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73C39-F9A6-9A4B-BCB8-CD84F9F0B62C}" v="4" dt="2025-11-16T12:49:50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3"/>
    <p:restoredTop sz="94668"/>
  </p:normalViewPr>
  <p:slideViewPr>
    <p:cSldViewPr snapToGrid="0">
      <p:cViewPr varScale="1">
        <p:scale>
          <a:sx n="242" d="100"/>
          <a:sy n="242" d="100"/>
        </p:scale>
        <p:origin x="20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세창 장" userId="55a988cc11fcfbce" providerId="LiveId" clId="{A15CC60B-0658-4DF7-96A7-AE703EFC098F}"/>
    <pc:docChg chg="undo redo custSel addSld delSld modSld">
      <pc:chgData name="세창 장" userId="55a988cc11fcfbce" providerId="LiveId" clId="{A15CC60B-0658-4DF7-96A7-AE703EFC098F}" dt="2025-11-14T07:34:38.664" v="1592" actId="20577"/>
      <pc:docMkLst>
        <pc:docMk/>
      </pc:docMkLst>
      <pc:sldChg chg="modSp new mod">
        <pc:chgData name="세창 장" userId="55a988cc11fcfbce" providerId="LiveId" clId="{A15CC60B-0658-4DF7-96A7-AE703EFC098F}" dt="2025-11-10T11:41:44.577" v="1006"/>
        <pc:sldMkLst>
          <pc:docMk/>
          <pc:sldMk cId="468735710" sldId="256"/>
        </pc:sldMkLst>
        <pc:spChg chg="mod">
          <ac:chgData name="세창 장" userId="55a988cc11fcfbce" providerId="LiveId" clId="{A15CC60B-0658-4DF7-96A7-AE703EFC098F}" dt="2025-11-10T11:41:44.577" v="1006"/>
          <ac:spMkLst>
            <pc:docMk/>
            <pc:sldMk cId="468735710" sldId="256"/>
            <ac:spMk id="2" creationId="{A1A8EFE7-7354-280A-CFD9-6475228D31A8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468735710" sldId="256"/>
            <ac:spMk id="3" creationId="{3D06785F-D009-2ECF-2E88-6AAD18B1A6C9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468735710" sldId="256"/>
            <ac:spMk id="4" creationId="{BCC2E96C-9062-C9A3-F132-81F83F974EAB}"/>
          </ac:spMkLst>
        </pc:spChg>
      </pc:sldChg>
      <pc:sldChg chg="addSp delSp modSp new mod setBg delDesignElem">
        <pc:chgData name="세창 장" userId="55a988cc11fcfbce" providerId="LiveId" clId="{A15CC60B-0658-4DF7-96A7-AE703EFC098F}" dt="2025-11-10T11:51:11.490" v="1417" actId="1076"/>
        <pc:sldMkLst>
          <pc:docMk/>
          <pc:sldMk cId="2438425839" sldId="257"/>
        </pc:sldMkLst>
        <pc:spChg chg="mod">
          <ac:chgData name="세창 장" userId="55a988cc11fcfbce" providerId="LiveId" clId="{A15CC60B-0658-4DF7-96A7-AE703EFC098F}" dt="2025-11-10T10:22:42.071" v="147" actId="26606"/>
          <ac:spMkLst>
            <pc:docMk/>
            <pc:sldMk cId="2438425839" sldId="257"/>
            <ac:spMk id="2" creationId="{F77560F7-9AE0-0F5C-6501-499F5A2627C7}"/>
          </ac:spMkLst>
        </pc:spChg>
        <pc:spChg chg="mod">
          <ac:chgData name="세창 장" userId="55a988cc11fcfbce" providerId="LiveId" clId="{A15CC60B-0658-4DF7-96A7-AE703EFC098F}" dt="2025-11-10T11:51:11.490" v="1417" actId="1076"/>
          <ac:spMkLst>
            <pc:docMk/>
            <pc:sldMk cId="2438425839" sldId="257"/>
            <ac:spMk id="3" creationId="{22F2E389-32B9-5633-8B8F-9DC7D45E88FA}"/>
          </ac:spMkLst>
        </pc:spChg>
        <pc:spChg chg="mod ord">
          <ac:chgData name="세창 장" userId="55a988cc11fcfbce" providerId="LiveId" clId="{A15CC60B-0658-4DF7-96A7-AE703EFC098F}" dt="2025-11-10T10:22:42.071" v="147" actId="26606"/>
          <ac:spMkLst>
            <pc:docMk/>
            <pc:sldMk cId="2438425839" sldId="257"/>
            <ac:spMk id="4" creationId="{0ED692AC-B763-C7F4-154E-5F8D6DBF63C6}"/>
          </ac:spMkLst>
        </pc:spChg>
        <pc:spChg chg="add mod">
          <ac:chgData name="세창 장" userId="55a988cc11fcfbce" providerId="LiveId" clId="{A15CC60B-0658-4DF7-96A7-AE703EFC098F}" dt="2025-11-10T10:23:27.191" v="211" actId="1038"/>
          <ac:spMkLst>
            <pc:docMk/>
            <pc:sldMk cId="2438425839" sldId="257"/>
            <ac:spMk id="7" creationId="{4AA1A9A5-9ACB-E551-C7AC-E39E5F1A102F}"/>
          </ac:spMkLst>
        </pc:spChg>
        <pc:picChg chg="add mod">
          <ac:chgData name="세창 장" userId="55a988cc11fcfbce" providerId="LiveId" clId="{A15CC60B-0658-4DF7-96A7-AE703EFC098F}" dt="2025-11-10T11:51:11.490" v="1417" actId="1076"/>
          <ac:picMkLst>
            <pc:docMk/>
            <pc:sldMk cId="2438425839" sldId="257"/>
            <ac:picMk id="6" creationId="{D4C04841-23E3-1A70-22C1-88D38C17DB57}"/>
          </ac:picMkLst>
        </pc:picChg>
      </pc:sldChg>
      <pc:sldChg chg="addSp delSp modSp new mod setBg delDesignElem">
        <pc:chgData name="세창 장" userId="55a988cc11fcfbce" providerId="LiveId" clId="{A15CC60B-0658-4DF7-96A7-AE703EFC098F}" dt="2025-11-10T10:50:41.916" v="692" actId="113"/>
        <pc:sldMkLst>
          <pc:docMk/>
          <pc:sldMk cId="2535297234" sldId="258"/>
        </pc:sldMkLst>
        <pc:spChg chg="mod">
          <ac:chgData name="세창 장" userId="55a988cc11fcfbce" providerId="LiveId" clId="{A15CC60B-0658-4DF7-96A7-AE703EFC098F}" dt="2025-11-10T10:22:52.069" v="149" actId="26606"/>
          <ac:spMkLst>
            <pc:docMk/>
            <pc:sldMk cId="2535297234" sldId="258"/>
            <ac:spMk id="2" creationId="{6E398B4E-E95A-86E6-B43C-883DE3EFC7D8}"/>
          </ac:spMkLst>
        </pc:spChg>
        <pc:spChg chg="mod">
          <ac:chgData name="세창 장" userId="55a988cc11fcfbce" providerId="LiveId" clId="{A15CC60B-0658-4DF7-96A7-AE703EFC098F}" dt="2025-11-10T10:50:41.916" v="692" actId="113"/>
          <ac:spMkLst>
            <pc:docMk/>
            <pc:sldMk cId="2535297234" sldId="258"/>
            <ac:spMk id="3" creationId="{EECE4A0A-47DB-E277-8A1A-1FA632107B2B}"/>
          </ac:spMkLst>
        </pc:spChg>
        <pc:spChg chg="mod">
          <ac:chgData name="세창 장" userId="55a988cc11fcfbce" providerId="LiveId" clId="{A15CC60B-0658-4DF7-96A7-AE703EFC098F}" dt="2025-11-10T10:22:52.069" v="149" actId="26606"/>
          <ac:spMkLst>
            <pc:docMk/>
            <pc:sldMk cId="2535297234" sldId="258"/>
            <ac:spMk id="4" creationId="{FD043E41-705D-B1CB-1E8A-6B99518D5A3F}"/>
          </ac:spMkLst>
        </pc:spChg>
      </pc:sldChg>
      <pc:sldChg chg="addSp delSp modSp new mod">
        <pc:chgData name="세창 장" userId="55a988cc11fcfbce" providerId="LiveId" clId="{A15CC60B-0658-4DF7-96A7-AE703EFC098F}" dt="2025-11-10T11:41:44.577" v="1006"/>
        <pc:sldMkLst>
          <pc:docMk/>
          <pc:sldMk cId="4182339106" sldId="259"/>
        </pc:sldMkLst>
        <pc:spChg chg="mod">
          <ac:chgData name="세창 장" userId="55a988cc11fcfbce" providerId="LiveId" clId="{A15CC60B-0658-4DF7-96A7-AE703EFC098F}" dt="2025-11-10T11:41:44.577" v="1006"/>
          <ac:spMkLst>
            <pc:docMk/>
            <pc:sldMk cId="4182339106" sldId="259"/>
            <ac:spMk id="2" creationId="{7D55AB0C-9ABB-ABEC-747F-C3507494C619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4182339106" sldId="259"/>
            <ac:spMk id="4" creationId="{754B9C60-EF7A-193B-777A-07B68392DC69}"/>
          </ac:spMkLst>
        </pc:spChg>
        <pc:spChg chg="add mod">
          <ac:chgData name="세창 장" userId="55a988cc11fcfbce" providerId="LiveId" clId="{A15CC60B-0658-4DF7-96A7-AE703EFC098F}" dt="2025-11-10T10:33:34.219" v="254" actId="1076"/>
          <ac:spMkLst>
            <pc:docMk/>
            <pc:sldMk cId="4182339106" sldId="259"/>
            <ac:spMk id="11" creationId="{5E1ED0C1-90BD-D09B-7129-81D55BB9235D}"/>
          </ac:spMkLst>
        </pc:spChg>
        <pc:spChg chg="add mod">
          <ac:chgData name="세창 장" userId="55a988cc11fcfbce" providerId="LiveId" clId="{A15CC60B-0658-4DF7-96A7-AE703EFC098F}" dt="2025-11-10T10:33:55.679" v="284" actId="1076"/>
          <ac:spMkLst>
            <pc:docMk/>
            <pc:sldMk cId="4182339106" sldId="259"/>
            <ac:spMk id="12" creationId="{37F0CF46-2CBA-188F-BD11-7C14E5078468}"/>
          </ac:spMkLst>
        </pc:spChg>
        <pc:picChg chg="add mod ord modCrop">
          <ac:chgData name="세창 장" userId="55a988cc11fcfbce" providerId="LiveId" clId="{A15CC60B-0658-4DF7-96A7-AE703EFC098F}" dt="2025-11-10T10:33:23.025" v="251" actId="1076"/>
          <ac:picMkLst>
            <pc:docMk/>
            <pc:sldMk cId="4182339106" sldId="259"/>
            <ac:picMk id="8" creationId="{3F2C6522-D623-16BA-13FF-CB537D438B8E}"/>
          </ac:picMkLst>
        </pc:picChg>
        <pc:picChg chg="add mod modCrop">
          <ac:chgData name="세창 장" userId="55a988cc11fcfbce" providerId="LiveId" clId="{A15CC60B-0658-4DF7-96A7-AE703EFC098F}" dt="2025-11-10T10:33:20.848" v="249" actId="1076"/>
          <ac:picMkLst>
            <pc:docMk/>
            <pc:sldMk cId="4182339106" sldId="259"/>
            <ac:picMk id="10" creationId="{7AA0D0CE-0E90-A7A4-8C30-72EAC147CC2D}"/>
          </ac:picMkLst>
        </pc:picChg>
      </pc:sldChg>
      <pc:sldChg chg="addSp delSp modSp new mod">
        <pc:chgData name="세창 장" userId="55a988cc11fcfbce" providerId="LiveId" clId="{A15CC60B-0658-4DF7-96A7-AE703EFC098F}" dt="2025-11-10T11:41:44.577" v="1006"/>
        <pc:sldMkLst>
          <pc:docMk/>
          <pc:sldMk cId="3003693551" sldId="260"/>
        </pc:sldMkLst>
        <pc:spChg chg="mod">
          <ac:chgData name="세창 장" userId="55a988cc11fcfbce" providerId="LiveId" clId="{A15CC60B-0658-4DF7-96A7-AE703EFC098F}" dt="2025-11-10T11:41:44.577" v="1006"/>
          <ac:spMkLst>
            <pc:docMk/>
            <pc:sldMk cId="3003693551" sldId="260"/>
            <ac:spMk id="2" creationId="{D6E14831-01DE-9E3D-B746-D47A74A02879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3003693551" sldId="260"/>
            <ac:spMk id="4" creationId="{DCB375DE-87F2-66CD-4936-1C139D6066C6}"/>
          </ac:spMkLst>
        </pc:spChg>
        <pc:spChg chg="add mod">
          <ac:chgData name="세창 장" userId="55a988cc11fcfbce" providerId="LiveId" clId="{A15CC60B-0658-4DF7-96A7-AE703EFC098F}" dt="2025-11-10T11:37:04.925" v="911" actId="1076"/>
          <ac:spMkLst>
            <pc:docMk/>
            <pc:sldMk cId="3003693551" sldId="260"/>
            <ac:spMk id="10" creationId="{C9EFC5D6-6F0B-1448-AB60-B05924660133}"/>
          </ac:spMkLst>
        </pc:spChg>
        <pc:spChg chg="add mod">
          <ac:chgData name="세창 장" userId="55a988cc11fcfbce" providerId="LiveId" clId="{A15CC60B-0658-4DF7-96A7-AE703EFC098F}" dt="2025-11-10T11:37:04.925" v="911" actId="1076"/>
          <ac:spMkLst>
            <pc:docMk/>
            <pc:sldMk cId="3003693551" sldId="260"/>
            <ac:spMk id="11" creationId="{F80C1F36-7695-1E95-8459-236CEE3BAB41}"/>
          </ac:spMkLst>
        </pc:spChg>
        <pc:spChg chg="add mod">
          <ac:chgData name="세창 장" userId="55a988cc11fcfbce" providerId="LiveId" clId="{A15CC60B-0658-4DF7-96A7-AE703EFC098F}" dt="2025-11-10T11:37:09.959" v="915" actId="1076"/>
          <ac:spMkLst>
            <pc:docMk/>
            <pc:sldMk cId="3003693551" sldId="260"/>
            <ac:spMk id="14" creationId="{CE4FABA9-2473-2DD0-009F-D488DCF051A4}"/>
          </ac:spMkLst>
        </pc:spChg>
        <pc:picChg chg="add mod modCrop">
          <ac:chgData name="세창 장" userId="55a988cc11fcfbce" providerId="LiveId" clId="{A15CC60B-0658-4DF7-96A7-AE703EFC098F}" dt="2025-11-10T11:37:04.925" v="911" actId="1076"/>
          <ac:picMkLst>
            <pc:docMk/>
            <pc:sldMk cId="3003693551" sldId="260"/>
            <ac:picMk id="6" creationId="{398B6EB4-C275-962E-92CD-CF0BB09C0B28}"/>
          </ac:picMkLst>
        </pc:picChg>
        <pc:picChg chg="add mod modCrop">
          <ac:chgData name="세창 장" userId="55a988cc11fcfbce" providerId="LiveId" clId="{A15CC60B-0658-4DF7-96A7-AE703EFC098F}" dt="2025-11-10T11:37:04.925" v="911" actId="1076"/>
          <ac:picMkLst>
            <pc:docMk/>
            <pc:sldMk cId="3003693551" sldId="260"/>
            <ac:picMk id="9" creationId="{6B30ADD5-4FD0-F3CB-7497-F60E73E2C917}"/>
          </ac:picMkLst>
        </pc:picChg>
        <pc:picChg chg="add mod modCrop">
          <ac:chgData name="세창 장" userId="55a988cc11fcfbce" providerId="LiveId" clId="{A15CC60B-0658-4DF7-96A7-AE703EFC098F}" dt="2025-11-10T11:37:09.959" v="915" actId="1076"/>
          <ac:picMkLst>
            <pc:docMk/>
            <pc:sldMk cId="3003693551" sldId="260"/>
            <ac:picMk id="13" creationId="{0C1A794E-6FE6-7742-E020-6AC05CCFD8E7}"/>
          </ac:picMkLst>
        </pc:picChg>
      </pc:sldChg>
      <pc:sldChg chg="addSp delSp modSp new mod setBg">
        <pc:chgData name="세창 장" userId="55a988cc11fcfbce" providerId="LiveId" clId="{A15CC60B-0658-4DF7-96A7-AE703EFC098F}" dt="2025-11-10T11:50:58.628" v="1415" actId="20577"/>
        <pc:sldMkLst>
          <pc:docMk/>
          <pc:sldMk cId="643743932" sldId="261"/>
        </pc:sldMkLst>
        <pc:spChg chg="mod">
          <ac:chgData name="세창 장" userId="55a988cc11fcfbce" providerId="LiveId" clId="{A15CC60B-0658-4DF7-96A7-AE703EFC098F}" dt="2025-11-10T11:41:44.577" v="1006"/>
          <ac:spMkLst>
            <pc:docMk/>
            <pc:sldMk cId="643743932" sldId="261"/>
            <ac:spMk id="2" creationId="{CFBD5CB1-0368-79EE-CA79-DC0694540905}"/>
          </ac:spMkLst>
        </pc:spChg>
        <pc:spChg chg="mod">
          <ac:chgData name="세창 장" userId="55a988cc11fcfbce" providerId="LiveId" clId="{A15CC60B-0658-4DF7-96A7-AE703EFC098F}" dt="2025-11-10T11:50:58.628" v="1415" actId="20577"/>
          <ac:spMkLst>
            <pc:docMk/>
            <pc:sldMk cId="643743932" sldId="261"/>
            <ac:spMk id="3" creationId="{FB739DFF-0851-C47A-3B4F-E84E4C022CE8}"/>
          </ac:spMkLst>
        </pc:spChg>
        <pc:spChg chg="mod ord">
          <ac:chgData name="세창 장" userId="55a988cc11fcfbce" providerId="LiveId" clId="{A15CC60B-0658-4DF7-96A7-AE703EFC098F}" dt="2025-11-10T11:41:44.577" v="1006"/>
          <ac:spMkLst>
            <pc:docMk/>
            <pc:sldMk cId="643743932" sldId="261"/>
            <ac:spMk id="4" creationId="{342A0C96-6CA8-C39B-3DD1-C1CD1AA6C86E}"/>
          </ac:spMkLst>
        </pc:spChg>
        <pc:spChg chg="add mod">
          <ac:chgData name="세창 장" userId="55a988cc11fcfbce" providerId="LiveId" clId="{A15CC60B-0658-4DF7-96A7-AE703EFC098F}" dt="2025-11-10T11:50:32.444" v="1388" actId="1076"/>
          <ac:spMkLst>
            <pc:docMk/>
            <pc:sldMk cId="643743932" sldId="261"/>
            <ac:spMk id="7" creationId="{6DF1E7AB-5CE2-38CD-4612-20D030423FD8}"/>
          </ac:spMkLst>
        </pc:spChg>
        <pc:spChg chg="add mod">
          <ac:chgData name="세창 장" userId="55a988cc11fcfbce" providerId="LiveId" clId="{A15CC60B-0658-4DF7-96A7-AE703EFC098F}" dt="2025-11-10T11:50:45.584" v="1392" actId="1076"/>
          <ac:spMkLst>
            <pc:docMk/>
            <pc:sldMk cId="643743932" sldId="261"/>
            <ac:spMk id="8" creationId="{E530F666-ED9B-1A12-8B7A-277346C66B4D}"/>
          </ac:spMkLst>
        </pc:spChg>
        <pc:picChg chg="add mod">
          <ac:chgData name="세창 장" userId="55a988cc11fcfbce" providerId="LiveId" clId="{A15CC60B-0658-4DF7-96A7-AE703EFC098F}" dt="2025-11-10T11:50:32.444" v="1388" actId="1076"/>
          <ac:picMkLst>
            <pc:docMk/>
            <pc:sldMk cId="643743932" sldId="261"/>
            <ac:picMk id="6" creationId="{1C390F59-6B52-EFE5-40C5-1034EE24F6B1}"/>
          </ac:picMkLst>
        </pc:picChg>
      </pc:sldChg>
      <pc:sldChg chg="modSp new mod">
        <pc:chgData name="세창 장" userId="55a988cc11fcfbce" providerId="LiveId" clId="{A15CC60B-0658-4DF7-96A7-AE703EFC098F}" dt="2025-11-10T11:43:42.656" v="1197" actId="20577"/>
        <pc:sldMkLst>
          <pc:docMk/>
          <pc:sldMk cId="765405982" sldId="262"/>
        </pc:sldMkLst>
        <pc:spChg chg="mod">
          <ac:chgData name="세창 장" userId="55a988cc11fcfbce" providerId="LiveId" clId="{A15CC60B-0658-4DF7-96A7-AE703EFC098F}" dt="2025-11-10T11:41:44.577" v="1006"/>
          <ac:spMkLst>
            <pc:docMk/>
            <pc:sldMk cId="765405982" sldId="262"/>
            <ac:spMk id="2" creationId="{444C726D-9A40-D604-FCAB-5B427CADA518}"/>
          </ac:spMkLst>
        </pc:spChg>
        <pc:spChg chg="mod">
          <ac:chgData name="세창 장" userId="55a988cc11fcfbce" providerId="LiveId" clId="{A15CC60B-0658-4DF7-96A7-AE703EFC098F}" dt="2025-11-10T11:43:42.656" v="1197" actId="20577"/>
          <ac:spMkLst>
            <pc:docMk/>
            <pc:sldMk cId="765405982" sldId="262"/>
            <ac:spMk id="3" creationId="{12C0970C-3E73-22CB-6D91-ACDCB66B9DF0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765405982" sldId="262"/>
            <ac:spMk id="4" creationId="{3D3664F4-C0A8-E61B-46E6-99DE735C7B7D}"/>
          </ac:spMkLst>
        </pc:spChg>
      </pc:sldChg>
      <pc:sldChg chg="modSp add mod setBg">
        <pc:chgData name="세창 장" userId="55a988cc11fcfbce" providerId="LiveId" clId="{A15CC60B-0658-4DF7-96A7-AE703EFC098F}" dt="2025-11-14T07:34:38.664" v="1592" actId="20577"/>
        <pc:sldMkLst>
          <pc:docMk/>
          <pc:sldMk cId="3193882667" sldId="264"/>
        </pc:sldMkLst>
        <pc:spChg chg="mod">
          <ac:chgData name="세창 장" userId="55a988cc11fcfbce" providerId="LiveId" clId="{A15CC60B-0658-4DF7-96A7-AE703EFC098F}" dt="2025-11-14T07:34:38.664" v="1592" actId="20577"/>
          <ac:spMkLst>
            <pc:docMk/>
            <pc:sldMk cId="3193882667" sldId="264"/>
            <ac:spMk id="3" creationId="{755C45AA-D7AB-C288-7165-D52B1E7E7E0C}"/>
          </ac:spMkLst>
        </pc:spChg>
      </pc:sldChg>
      <pc:sldChg chg="addSp delSp modSp new mod">
        <pc:chgData name="세창 장" userId="55a988cc11fcfbce" providerId="LiveId" clId="{A15CC60B-0658-4DF7-96A7-AE703EFC098F}" dt="2025-11-10T11:41:44.577" v="1006"/>
        <pc:sldMkLst>
          <pc:docMk/>
          <pc:sldMk cId="2491545997" sldId="265"/>
        </pc:sldMkLst>
        <pc:spChg chg="mod">
          <ac:chgData name="세창 장" userId="55a988cc11fcfbce" providerId="LiveId" clId="{A15CC60B-0658-4DF7-96A7-AE703EFC098F}" dt="2025-11-10T11:33:04.425" v="846" actId="1076"/>
          <ac:spMkLst>
            <pc:docMk/>
            <pc:sldMk cId="2491545997" sldId="265"/>
            <ac:spMk id="2" creationId="{C62F2E1D-F9A6-5174-4B03-6796D4E688E4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2491545997" sldId="265"/>
            <ac:spMk id="4" creationId="{DB0BA867-A1CA-C896-8C8B-6EBDC4401BBB}"/>
          </ac:spMkLst>
        </pc:spChg>
        <pc:spChg chg="add mod">
          <ac:chgData name="세창 장" userId="55a988cc11fcfbce" providerId="LiveId" clId="{A15CC60B-0658-4DF7-96A7-AE703EFC098F}" dt="2025-11-10T11:38:03.930" v="939" actId="1076"/>
          <ac:spMkLst>
            <pc:docMk/>
            <pc:sldMk cId="2491545997" sldId="265"/>
            <ac:spMk id="9" creationId="{23DADC8A-43E9-B157-4599-7FC9AA0A73E0}"/>
          </ac:spMkLst>
        </pc:spChg>
        <pc:spChg chg="add mod">
          <ac:chgData name="세창 장" userId="55a988cc11fcfbce" providerId="LiveId" clId="{A15CC60B-0658-4DF7-96A7-AE703EFC098F}" dt="2025-11-10T11:37:54.913" v="935" actId="1076"/>
          <ac:spMkLst>
            <pc:docMk/>
            <pc:sldMk cId="2491545997" sldId="265"/>
            <ac:spMk id="10" creationId="{AD560D91-7A37-18EA-7E1F-4D3E1F9B32C3}"/>
          </ac:spMkLst>
        </pc:spChg>
        <pc:spChg chg="add mod">
          <ac:chgData name="세창 장" userId="55a988cc11fcfbce" providerId="LiveId" clId="{A15CC60B-0658-4DF7-96A7-AE703EFC098F}" dt="2025-11-10T11:38:22.929" v="969" actId="1076"/>
          <ac:spMkLst>
            <pc:docMk/>
            <pc:sldMk cId="2491545997" sldId="265"/>
            <ac:spMk id="13" creationId="{A96BDCCE-C95B-62A1-C786-5C51D4313EF5}"/>
          </ac:spMkLst>
        </pc:spChg>
        <pc:picChg chg="add mod modCrop">
          <ac:chgData name="세창 장" userId="55a988cc11fcfbce" providerId="LiveId" clId="{A15CC60B-0658-4DF7-96A7-AE703EFC098F}" dt="2025-11-10T11:37:53.721" v="934" actId="14100"/>
          <ac:picMkLst>
            <pc:docMk/>
            <pc:sldMk cId="2491545997" sldId="265"/>
            <ac:picMk id="6" creationId="{1AF70E23-1DFC-FFF7-AF67-84F05F35218E}"/>
          </ac:picMkLst>
        </pc:picChg>
        <pc:picChg chg="add mod modCrop">
          <ac:chgData name="세창 장" userId="55a988cc11fcfbce" providerId="LiveId" clId="{A15CC60B-0658-4DF7-96A7-AE703EFC098F}" dt="2025-11-10T11:38:03.930" v="939" actId="1076"/>
          <ac:picMkLst>
            <pc:docMk/>
            <pc:sldMk cId="2491545997" sldId="265"/>
            <ac:picMk id="8" creationId="{2772F0D7-18B2-500E-1227-B3FC2B343A17}"/>
          </ac:picMkLst>
        </pc:picChg>
        <pc:picChg chg="add mod modCrop">
          <ac:chgData name="세창 장" userId="55a988cc11fcfbce" providerId="LiveId" clId="{A15CC60B-0658-4DF7-96A7-AE703EFC098F}" dt="2025-11-10T11:38:22.929" v="969" actId="1076"/>
          <ac:picMkLst>
            <pc:docMk/>
            <pc:sldMk cId="2491545997" sldId="265"/>
            <ac:picMk id="12" creationId="{15A4EC6E-BE8E-86E5-3AFA-9DCB47FF7B9A}"/>
          </ac:picMkLst>
        </pc:picChg>
      </pc:sldChg>
      <pc:sldChg chg="addSp delSp modSp add mod">
        <pc:chgData name="세창 장" userId="55a988cc11fcfbce" providerId="LiveId" clId="{A15CC60B-0658-4DF7-96A7-AE703EFC098F}" dt="2025-11-10T11:41:44.577" v="1006"/>
        <pc:sldMkLst>
          <pc:docMk/>
          <pc:sldMk cId="3456407343" sldId="266"/>
        </pc:sldMkLst>
        <pc:spChg chg="mod">
          <ac:chgData name="세창 장" userId="55a988cc11fcfbce" providerId="LiveId" clId="{A15CC60B-0658-4DF7-96A7-AE703EFC098F}" dt="2025-11-10T11:36:11.225" v="890"/>
          <ac:spMkLst>
            <pc:docMk/>
            <pc:sldMk cId="3456407343" sldId="266"/>
            <ac:spMk id="2" creationId="{57A3F7F5-78A7-A3F1-5BF3-3EDE4CF4807A}"/>
          </ac:spMkLst>
        </pc:spChg>
        <pc:spChg chg="mod">
          <ac:chgData name="세창 장" userId="55a988cc11fcfbce" providerId="LiveId" clId="{A15CC60B-0658-4DF7-96A7-AE703EFC098F}" dt="2025-11-10T11:41:44.577" v="1006"/>
          <ac:spMkLst>
            <pc:docMk/>
            <pc:sldMk cId="3456407343" sldId="266"/>
            <ac:spMk id="4" creationId="{146E59CE-19B7-B219-6CA0-3E6C86ADC8B2}"/>
          </ac:spMkLst>
        </pc:spChg>
        <pc:spChg chg="mod">
          <ac:chgData name="세창 장" userId="55a988cc11fcfbce" providerId="LiveId" clId="{A15CC60B-0658-4DF7-96A7-AE703EFC098F}" dt="2025-11-10T11:39:04.020" v="985" actId="1076"/>
          <ac:spMkLst>
            <pc:docMk/>
            <pc:sldMk cId="3456407343" sldId="266"/>
            <ac:spMk id="9" creationId="{C0A9E067-9CA9-3BFA-013B-A267FF2B0A8D}"/>
          </ac:spMkLst>
        </pc:spChg>
        <pc:spChg chg="mod">
          <ac:chgData name="세창 장" userId="55a988cc11fcfbce" providerId="LiveId" clId="{A15CC60B-0658-4DF7-96A7-AE703EFC098F}" dt="2025-11-10T11:39:10.167" v="987" actId="1076"/>
          <ac:spMkLst>
            <pc:docMk/>
            <pc:sldMk cId="3456407343" sldId="266"/>
            <ac:spMk id="10" creationId="{AA948458-2862-B61B-DB22-7A6D8BBC6E61}"/>
          </ac:spMkLst>
        </pc:spChg>
        <pc:spChg chg="add mod">
          <ac:chgData name="세창 장" userId="55a988cc11fcfbce" providerId="LiveId" clId="{A15CC60B-0658-4DF7-96A7-AE703EFC098F}" dt="2025-11-10T11:39:32.100" v="994" actId="1076"/>
          <ac:spMkLst>
            <pc:docMk/>
            <pc:sldMk cId="3456407343" sldId="266"/>
            <ac:spMk id="14" creationId="{FE63108A-0208-E66D-637B-FB5EF5D2C234}"/>
          </ac:spMkLst>
        </pc:spChg>
        <pc:picChg chg="mod">
          <ac:chgData name="세창 장" userId="55a988cc11fcfbce" providerId="LiveId" clId="{A15CC60B-0658-4DF7-96A7-AE703EFC098F}" dt="2025-11-10T11:39:05.487" v="986" actId="1076"/>
          <ac:picMkLst>
            <pc:docMk/>
            <pc:sldMk cId="3456407343" sldId="266"/>
            <ac:picMk id="6" creationId="{9B33E7EF-52C1-57E5-5523-A4274161761C}"/>
          </ac:picMkLst>
        </pc:picChg>
        <pc:picChg chg="add mod modCrop">
          <ac:chgData name="세창 장" userId="55a988cc11fcfbce" providerId="LiveId" clId="{A15CC60B-0658-4DF7-96A7-AE703EFC098F}" dt="2025-11-10T11:39:00.254" v="984" actId="14100"/>
          <ac:picMkLst>
            <pc:docMk/>
            <pc:sldMk cId="3456407343" sldId="266"/>
            <ac:picMk id="11" creationId="{10AB9AC4-6015-9002-DE59-714A363EDE11}"/>
          </ac:picMkLst>
        </pc:picChg>
        <pc:picChg chg="add mod">
          <ac:chgData name="세창 장" userId="55a988cc11fcfbce" providerId="LiveId" clId="{A15CC60B-0658-4DF7-96A7-AE703EFC098F}" dt="2025-11-10T11:39:32.100" v="994" actId="1076"/>
          <ac:picMkLst>
            <pc:docMk/>
            <pc:sldMk cId="3456407343" sldId="266"/>
            <ac:picMk id="16" creationId="{E38F9CEC-5954-9A70-E28C-A0EC580785F5}"/>
          </ac:picMkLst>
        </pc:picChg>
      </pc:sldChg>
      <pc:sldChg chg="addSp delSp modSp new mod setBg delDesignElem">
        <pc:chgData name="세창 장" userId="55a988cc11fcfbce" providerId="LiveId" clId="{A15CC60B-0658-4DF7-96A7-AE703EFC098F}" dt="2025-11-10T11:42:05.180" v="1028" actId="5793"/>
        <pc:sldMkLst>
          <pc:docMk/>
          <pc:sldMk cId="2465141348" sldId="267"/>
        </pc:sldMkLst>
        <pc:spChg chg="mod">
          <ac:chgData name="세창 장" userId="55a988cc11fcfbce" providerId="LiveId" clId="{A15CC60B-0658-4DF7-96A7-AE703EFC098F}" dt="2025-11-10T11:41:38.550" v="1002" actId="26606"/>
          <ac:spMkLst>
            <pc:docMk/>
            <pc:sldMk cId="2465141348" sldId="267"/>
            <ac:spMk id="4" creationId="{A222BBC3-556C-AF4E-DEBC-46CE2F202155}"/>
          </ac:spMkLst>
        </pc:spChg>
        <pc:spChg chg="add mod">
          <ac:chgData name="세창 장" userId="55a988cc11fcfbce" providerId="LiveId" clId="{A15CC60B-0658-4DF7-96A7-AE703EFC098F}" dt="2025-11-10T11:42:05.180" v="1028" actId="5793"/>
          <ac:spMkLst>
            <pc:docMk/>
            <pc:sldMk cId="2465141348" sldId="267"/>
            <ac:spMk id="7" creationId="{11861FF2-7078-535E-41D6-7FF56F471DC9}"/>
          </ac:spMkLst>
        </pc:spChg>
        <pc:picChg chg="add mod">
          <ac:chgData name="세창 장" userId="55a988cc11fcfbce" providerId="LiveId" clId="{A15CC60B-0658-4DF7-96A7-AE703EFC098F}" dt="2025-11-10T11:41:51.131" v="1011" actId="1076"/>
          <ac:picMkLst>
            <pc:docMk/>
            <pc:sldMk cId="2465141348" sldId="267"/>
            <ac:picMk id="6" creationId="{7C2C13D3-6D18-1C62-6CA9-5250DCCFD7DB}"/>
          </ac:picMkLst>
        </pc:picChg>
      </pc:sldChg>
      <pc:sldChg chg="addSp modSp new mod">
        <pc:chgData name="세창 장" userId="55a988cc11fcfbce" providerId="LiveId" clId="{A15CC60B-0658-4DF7-96A7-AE703EFC098F}" dt="2025-11-14T07:34:25.998" v="1579" actId="20577"/>
        <pc:sldMkLst>
          <pc:docMk/>
          <pc:sldMk cId="2985125545" sldId="268"/>
        </pc:sldMkLst>
        <pc:spChg chg="mod">
          <ac:chgData name="세창 장" userId="55a988cc11fcfbce" providerId="LiveId" clId="{A15CC60B-0658-4DF7-96A7-AE703EFC098F}" dt="2025-11-10T11:44:43.442" v="1229" actId="20577"/>
          <ac:spMkLst>
            <pc:docMk/>
            <pc:sldMk cId="2985125545" sldId="268"/>
            <ac:spMk id="2" creationId="{D151E026-57EC-2419-3ADF-6D02A0BC4CEC}"/>
          </ac:spMkLst>
        </pc:spChg>
        <pc:spChg chg="mod">
          <ac:chgData name="세창 장" userId="55a988cc11fcfbce" providerId="LiveId" clId="{A15CC60B-0658-4DF7-96A7-AE703EFC098F}" dt="2025-11-14T07:34:25.998" v="1579" actId="20577"/>
          <ac:spMkLst>
            <pc:docMk/>
            <pc:sldMk cId="2985125545" sldId="268"/>
            <ac:spMk id="3" creationId="{38F327E3-693B-A269-4856-B198A3669DD4}"/>
          </ac:spMkLst>
        </pc:spChg>
        <pc:picChg chg="add mod">
          <ac:chgData name="세창 장" userId="55a988cc11fcfbce" providerId="LiveId" clId="{A15CC60B-0658-4DF7-96A7-AE703EFC098F}" dt="2025-11-14T07:34:17.916" v="1545" actId="1076"/>
          <ac:picMkLst>
            <pc:docMk/>
            <pc:sldMk cId="2985125545" sldId="268"/>
            <ac:picMk id="6" creationId="{B718BA15-A3D8-B074-9B3B-BE224A2ACD89}"/>
          </ac:picMkLst>
        </pc:picChg>
      </pc:sldChg>
    </pc:docChg>
  </pc:docChgLst>
  <pc:docChgLst>
    <pc:chgData name="세창 장" userId="55a988cc11fcfbce" providerId="LiveId" clId="{5799C552-3C7C-5496-AE04-B8092A02BB60}"/>
    <pc:docChg chg="undo custSel modSld">
      <pc:chgData name="세창 장" userId="55a988cc11fcfbce" providerId="LiveId" clId="{5799C552-3C7C-5496-AE04-B8092A02BB60}" dt="2025-11-16T12:49:51.891" v="469" actId="27636"/>
      <pc:docMkLst>
        <pc:docMk/>
      </pc:docMkLst>
      <pc:sldChg chg="modSp mod">
        <pc:chgData name="세창 장" userId="55a988cc11fcfbce" providerId="LiveId" clId="{5799C552-3C7C-5496-AE04-B8092A02BB60}" dt="2025-11-16T12:49:39.968" v="453" actId="20577"/>
        <pc:sldMkLst>
          <pc:docMk/>
          <pc:sldMk cId="2535297234" sldId="258"/>
        </pc:sldMkLst>
        <pc:spChg chg="mod">
          <ac:chgData name="세창 장" userId="55a988cc11fcfbce" providerId="LiveId" clId="{5799C552-3C7C-5496-AE04-B8092A02BB60}" dt="2025-11-16T12:49:39.968" v="453" actId="20577"/>
          <ac:spMkLst>
            <pc:docMk/>
            <pc:sldMk cId="2535297234" sldId="258"/>
            <ac:spMk id="3" creationId="{EECE4A0A-47DB-E277-8A1A-1FA632107B2B}"/>
          </ac:spMkLst>
        </pc:spChg>
      </pc:sldChg>
      <pc:sldChg chg="modSp mod">
        <pc:chgData name="세창 장" userId="55a988cc11fcfbce" providerId="LiveId" clId="{5799C552-3C7C-5496-AE04-B8092A02BB60}" dt="2025-11-16T12:46:30.137" v="387" actId="1038"/>
        <pc:sldMkLst>
          <pc:docMk/>
          <pc:sldMk cId="643743932" sldId="261"/>
        </pc:sldMkLst>
        <pc:spChg chg="mod">
          <ac:chgData name="세창 장" userId="55a988cc11fcfbce" providerId="LiveId" clId="{5799C552-3C7C-5496-AE04-B8092A02BB60}" dt="2025-11-16T12:45:38.675" v="353" actId="20577"/>
          <ac:spMkLst>
            <pc:docMk/>
            <pc:sldMk cId="643743932" sldId="261"/>
            <ac:spMk id="3" creationId="{FB739DFF-0851-C47A-3B4F-E84E4C022CE8}"/>
          </ac:spMkLst>
        </pc:spChg>
        <pc:spChg chg="mod">
          <ac:chgData name="세창 장" userId="55a988cc11fcfbce" providerId="LiveId" clId="{5799C552-3C7C-5496-AE04-B8092A02BB60}" dt="2025-11-16T12:46:30.137" v="387" actId="1038"/>
          <ac:spMkLst>
            <pc:docMk/>
            <pc:sldMk cId="643743932" sldId="261"/>
            <ac:spMk id="8" creationId="{E530F666-ED9B-1A12-8B7A-277346C66B4D}"/>
          </ac:spMkLst>
        </pc:spChg>
      </pc:sldChg>
      <pc:sldChg chg="modSp mod">
        <pc:chgData name="세창 장" userId="55a988cc11fcfbce" providerId="LiveId" clId="{5799C552-3C7C-5496-AE04-B8092A02BB60}" dt="2025-11-16T12:49:51.891" v="469" actId="27636"/>
        <pc:sldMkLst>
          <pc:docMk/>
          <pc:sldMk cId="3193882667" sldId="264"/>
        </pc:sldMkLst>
        <pc:spChg chg="mod">
          <ac:chgData name="세창 장" userId="55a988cc11fcfbce" providerId="LiveId" clId="{5799C552-3C7C-5496-AE04-B8092A02BB60}" dt="2025-11-16T12:49:51.891" v="469" actId="27636"/>
          <ac:spMkLst>
            <pc:docMk/>
            <pc:sldMk cId="3193882667" sldId="264"/>
            <ac:spMk id="3" creationId="{755C45AA-D7AB-C288-7165-D52B1E7E7E0C}"/>
          </ac:spMkLst>
        </pc:spChg>
      </pc:sldChg>
      <pc:sldChg chg="modSp mod">
        <pc:chgData name="세창 장" userId="55a988cc11fcfbce" providerId="LiveId" clId="{5799C552-3C7C-5496-AE04-B8092A02BB60}" dt="2025-11-16T09:19:00.031" v="180" actId="20577"/>
        <pc:sldMkLst>
          <pc:docMk/>
          <pc:sldMk cId="2985125545" sldId="268"/>
        </pc:sldMkLst>
        <pc:spChg chg="mod">
          <ac:chgData name="세창 장" userId="55a988cc11fcfbce" providerId="LiveId" clId="{5799C552-3C7C-5496-AE04-B8092A02BB60}" dt="2025-11-16T09:19:00.031" v="180" actId="20577"/>
          <ac:spMkLst>
            <pc:docMk/>
            <pc:sldMk cId="2985125545" sldId="268"/>
            <ac:spMk id="3" creationId="{38F327E3-693B-A269-4856-B198A3669DD4}"/>
          </ac:spMkLst>
        </pc:spChg>
        <pc:picChg chg="mod">
          <ac:chgData name="세창 장" userId="55a988cc11fcfbce" providerId="LiveId" clId="{5799C552-3C7C-5496-AE04-B8092A02BB60}" dt="2025-11-16T09:16:28.803" v="8" actId="1076"/>
          <ac:picMkLst>
            <pc:docMk/>
            <pc:sldMk cId="2985125545" sldId="268"/>
            <ac:picMk id="6" creationId="{B718BA15-A3D8-B074-9B3B-BE224A2ACD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98A37-EB8B-4D2C-A2AE-2A024A5AD64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61F0D-186A-4E11-98AA-0D19B9CE6E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4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61F0D-186A-4E11-98AA-0D19B9CE6E1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490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2D76-C9E4-4409-AC0C-C107B7BAC3FF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15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A861-0B25-4854-97CB-2D48A98C680C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44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73D0-2A07-4E6C-B1DE-2DC0FE8C767E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92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C18F8-B4DF-49AC-9335-CD642008FA22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46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FFCF-52CD-4B46-982B-20BDC72CA559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40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80436-4CDA-41A3-AE5D-362AAEC94A49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44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E6AE5-AED4-41E9-91B3-419A309577A3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17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966C2-2213-4958-9645-82A8A1621DAA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531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DDA0-0849-4DB6-B951-3E65094A4FA3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378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396E-BDAF-4AA1-AAA6-6F98ED5A922C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602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49DF-014B-4CC4-9463-AFECB212104D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91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FA88A-AF59-41B5-BC6D-9F60C6C1FE02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1BB5D-EF82-4DB3-9DC5-8EF598758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87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pytest/" TargetMode="External"/><Relationship Id="rId2" Type="http://schemas.openxmlformats.org/officeDocument/2006/relationships/hyperlink" Target="https://docs.pytest.org/en/stabl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verage.readthedocs.io/en/7.11.3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8EFE7-7354-280A-CFD9-6475228D31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Pytest</a:t>
            </a:r>
            <a:r>
              <a:rPr lang="ko-KR" altLang="en-US" dirty="0"/>
              <a:t> </a:t>
            </a:r>
            <a:r>
              <a:rPr lang="en-US" altLang="ko-KR"/>
              <a:t>and</a:t>
            </a:r>
            <a:r>
              <a:rPr lang="ko-KR" altLang="en-US" dirty="0"/>
              <a:t> </a:t>
            </a:r>
            <a:r>
              <a:rPr lang="en-US" altLang="ko-KR" dirty="0"/>
              <a:t>Coverage.py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06785F-D009-2ECF-2E88-6AAD18B1A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Sechang</a:t>
            </a:r>
            <a:r>
              <a:rPr lang="ko-KR" altLang="en-US" dirty="0"/>
              <a:t> </a:t>
            </a:r>
            <a:r>
              <a:rPr lang="en-US" altLang="ko-KR" dirty="0"/>
              <a:t>Jang </a:t>
            </a:r>
          </a:p>
          <a:p>
            <a:r>
              <a:rPr lang="en-US" altLang="ko-KR" dirty="0"/>
              <a:t>SoC KAIST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C2E96C-9062-C9A3-F132-81F83F97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735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560F7-9AE0-0F5C-6501-499F5A262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altLang="ko-KR" sz="4800"/>
              <a:t>Pytest</a:t>
            </a:r>
            <a:endParaRPr lang="ko-KR" altLang="en-US" sz="48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F2E389-32B9-5633-8B8F-9DC7D45E8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72" y="1852024"/>
            <a:ext cx="4750187" cy="3639450"/>
          </a:xfrm>
        </p:spPr>
        <p:txBody>
          <a:bodyPr anchor="ctr">
            <a:normAutofit/>
          </a:bodyPr>
          <a:lstStyle/>
          <a:p>
            <a:r>
              <a:rPr lang="en-US" altLang="ko-KR" sz="2000"/>
              <a:t>A simple, powerful, and modern testing framework for Python.</a:t>
            </a:r>
          </a:p>
          <a:p>
            <a:pPr lvl="1"/>
            <a:r>
              <a:rPr lang="en-US" altLang="ko-KR" sz="2000">
                <a:hlinkClick r:id="rId2"/>
              </a:rPr>
              <a:t>https://docs.pytest.org/en/stable/</a:t>
            </a:r>
            <a:r>
              <a:rPr lang="en-US" altLang="ko-KR" sz="2000"/>
              <a:t> </a:t>
            </a:r>
          </a:p>
          <a:p>
            <a:pPr lvl="1"/>
            <a:r>
              <a:rPr lang="en-US" altLang="ko-KR" sz="2000">
                <a:hlinkClick r:id="rId3"/>
              </a:rPr>
              <a:t>https://pypi.org/project/pytest/</a:t>
            </a:r>
            <a:endParaRPr lang="en-US" altLang="ko-KR" sz="2000"/>
          </a:p>
          <a:p>
            <a:pPr lvl="1"/>
            <a:endParaRPr lang="en-US" altLang="ko-KR" sz="2000"/>
          </a:p>
          <a:p>
            <a:endParaRPr lang="en-US" altLang="ko-KR" sz="2000"/>
          </a:p>
          <a:p>
            <a:endParaRPr lang="ko-KR" altLang="en-US" sz="20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D692AC-B763-C7F4-154E-5F8D6DBF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0C1BB5D-EF82-4DB3-9DC5-8EF598758AF6}" type="slidenum">
              <a:rPr lang="ko-KR" altLang="en-US" smtClean="0"/>
              <a:pPr>
                <a:spcAft>
                  <a:spcPts val="600"/>
                </a:spcAft>
              </a:pPr>
              <a:t>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C04841-23E3-1A70-22C1-88D38C17D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32" y="2173585"/>
            <a:ext cx="5150277" cy="2884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A1A9A5-9ACB-E551-C7AC-E39E5F1A102F}"/>
              </a:ext>
            </a:extLst>
          </p:cNvPr>
          <p:cNvSpPr txBox="1"/>
          <p:nvPr/>
        </p:nvSpPr>
        <p:spPr>
          <a:xfrm>
            <a:off x="67297" y="6541407"/>
            <a:ext cx="3167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Image from </a:t>
            </a:r>
            <a:r>
              <a:rPr lang="en-US" altLang="ko-KR" sz="1100">
                <a:hlinkClick r:id="rId2"/>
              </a:rPr>
              <a:t>https://docs.pytest.org/en/stable/</a:t>
            </a:r>
            <a:r>
              <a:rPr lang="en-US" altLang="ko-KR" sz="1100"/>
              <a:t> 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438425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98B4E-E95A-86E6-B43C-883DE3EF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altLang="ko-KR" sz="5400"/>
              <a:t>Getting Started</a:t>
            </a:r>
            <a:endParaRPr lang="ko-KR" altLang="en-US" sz="54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CE4A0A-47DB-E277-8A1A-1FA632107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304661"/>
            <a:ext cx="10143668" cy="3730379"/>
          </a:xfrm>
        </p:spPr>
        <p:txBody>
          <a:bodyPr anchor="ctr">
            <a:normAutofit/>
          </a:bodyPr>
          <a:lstStyle/>
          <a:p>
            <a:r>
              <a:rPr lang="en-US" altLang="ko-KR" sz="2400" b="1" dirty="0"/>
              <a:t>0. Use python 3.14 or higher version</a:t>
            </a:r>
          </a:p>
          <a:p>
            <a:r>
              <a:rPr lang="en-US" altLang="ko-KR" sz="2400" b="1" dirty="0"/>
              <a:t>1. Install it: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400" b="1" dirty="0">
                <a:effectLst/>
              </a:rPr>
              <a:t>2. How </a:t>
            </a:r>
            <a:r>
              <a:rPr lang="en-US" altLang="ko-KR" sz="2400" b="1" dirty="0" err="1">
                <a:effectLst/>
              </a:rPr>
              <a:t>pytest</a:t>
            </a:r>
            <a:r>
              <a:rPr lang="en-US" altLang="ko-KR" sz="2400" b="1" dirty="0">
                <a:effectLst/>
              </a:rPr>
              <a:t> Finds Tests:</a:t>
            </a:r>
          </a:p>
          <a:p>
            <a:pPr lvl="1"/>
            <a:r>
              <a:rPr lang="en-US" altLang="ko-KR" dirty="0">
                <a:effectLst/>
              </a:rPr>
              <a:t>File Names: </a:t>
            </a:r>
            <a:r>
              <a:rPr lang="en-US" altLang="ko-KR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test_*.</a:t>
            </a:r>
            <a:r>
              <a:rPr lang="en-US" altLang="ko-KR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altLang="ko-KR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effectLst/>
              </a:rPr>
              <a:t>or </a:t>
            </a:r>
            <a:r>
              <a:rPr lang="en-US" altLang="ko-KR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*_</a:t>
            </a:r>
            <a:r>
              <a:rPr lang="en-US" altLang="ko-KR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altLang="ko-KR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dirty="0">
                <a:effectLst/>
              </a:rPr>
              <a:t>Function Names: </a:t>
            </a:r>
            <a:r>
              <a:rPr lang="en-US" altLang="ko-KR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 test_...():</a:t>
            </a:r>
          </a:p>
          <a:p>
            <a:r>
              <a:rPr lang="en-US" altLang="ko-KR" sz="2400" b="1" dirty="0">
                <a:effectLst/>
              </a:rPr>
              <a:t>3. How to Run it:</a:t>
            </a:r>
          </a:p>
          <a:p>
            <a:pPr lvl="1"/>
            <a:r>
              <a:rPr lang="en-US" altLang="ko-KR" dirty="0"/>
              <a:t>T</a:t>
            </a:r>
            <a:r>
              <a:rPr lang="en-US" altLang="ko-KR" dirty="0">
                <a:effectLst/>
              </a:rPr>
              <a:t>ype </a:t>
            </a:r>
            <a:r>
              <a:rPr lang="en-US" altLang="ko-KR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r>
              <a:rPr lang="en-US" altLang="ko-KR" dirty="0">
                <a:effectLst/>
              </a:rPr>
              <a:t> in your terminal on project root directory. </a:t>
            </a:r>
            <a:br>
              <a:rPr lang="en-US" altLang="ko-KR" dirty="0">
                <a:effectLst/>
              </a:rPr>
            </a:br>
            <a:r>
              <a:rPr lang="en-US" altLang="ko-KR" dirty="0">
                <a:effectLst/>
              </a:rPr>
              <a:t>It will automatically find and run all your tests.</a:t>
            </a:r>
          </a:p>
          <a:p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043E41-705D-B1CB-1E8A-6B99518D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0C1BB5D-EF82-4DB3-9DC5-8EF598758AF6}" type="slidenum">
              <a:rPr lang="ko-KR" altLang="en-US" smtClean="0"/>
              <a:pPr>
                <a:spcAft>
                  <a:spcPts val="600"/>
                </a:spcAft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29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5AB0C-9ABB-ABEC-747F-C3507494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Example</a:t>
            </a:r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3F2C6522-D623-16BA-13FF-CB537D438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865" t="18994" r="9865" b="18994"/>
          <a:stretch>
            <a:fillRect/>
          </a:stretch>
        </p:blipFill>
        <p:spPr>
          <a:xfrm>
            <a:off x="578656" y="2718771"/>
            <a:ext cx="4071430" cy="1588343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4B9C60-EF7A-193B-777A-07B68392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AA0D0CE-0E90-A7A4-8C30-72EAC147C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709"/>
          <a:stretch>
            <a:fillRect/>
          </a:stretch>
        </p:blipFill>
        <p:spPr>
          <a:xfrm>
            <a:off x="5382883" y="2483155"/>
            <a:ext cx="6455433" cy="20595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1ED0C1-90BD-D09B-7129-81D55BB9235D}"/>
              </a:ext>
            </a:extLst>
          </p:cNvPr>
          <p:cNvSpPr txBox="1"/>
          <p:nvPr/>
        </p:nvSpPr>
        <p:spPr>
          <a:xfrm>
            <a:off x="1329371" y="4307114"/>
            <a:ext cx="2569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test_pytest_example.py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F0CF46-2CBA-188F-BD11-7C14E5078468}"/>
              </a:ext>
            </a:extLst>
          </p:cNvPr>
          <p:cNvSpPr txBox="1"/>
          <p:nvPr/>
        </p:nvSpPr>
        <p:spPr>
          <a:xfrm>
            <a:off x="7875301" y="4618389"/>
            <a:ext cx="147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pytest result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33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14831-01DE-9E3D-B746-D47A74A0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B375DE-87F2-66CD-4936-1C139D60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8B6EB4-C275-962E-92CD-CF0BB09C0B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42" t="24005" r="10942" b="24278"/>
          <a:stretch>
            <a:fillRect/>
          </a:stretch>
        </p:blipFill>
        <p:spPr>
          <a:xfrm>
            <a:off x="1315887" y="2057276"/>
            <a:ext cx="3995342" cy="122596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B30ADD5-4FD0-F3CB-7497-F60E73E2C9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65" t="14388" r="10357" b="14473"/>
          <a:stretch>
            <a:fillRect/>
          </a:stretch>
        </p:blipFill>
        <p:spPr>
          <a:xfrm>
            <a:off x="6930609" y="1321179"/>
            <a:ext cx="4042154" cy="25619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EFC5D6-6F0B-1448-AB60-B05924660133}"/>
              </a:ext>
            </a:extLst>
          </p:cNvPr>
          <p:cNvSpPr txBox="1"/>
          <p:nvPr/>
        </p:nvSpPr>
        <p:spPr>
          <a:xfrm>
            <a:off x="2517506" y="3313867"/>
            <a:ext cx="147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Source Code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0C1F36-7695-1E95-8459-236CEE3BAB41}"/>
              </a:ext>
            </a:extLst>
          </p:cNvPr>
          <p:cNvSpPr txBox="1"/>
          <p:nvPr/>
        </p:nvSpPr>
        <p:spPr>
          <a:xfrm>
            <a:off x="8155634" y="3913800"/>
            <a:ext cx="1169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Test Code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C1A794E-6FE6-7742-E020-6AC05CCFD8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t="17705" r="40561"/>
          <a:stretch>
            <a:fillRect/>
          </a:stretch>
        </p:blipFill>
        <p:spPr>
          <a:xfrm>
            <a:off x="3390498" y="4693682"/>
            <a:ext cx="5642301" cy="13255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4FABA9-2473-2DD0-009F-D488DCF051A4}"/>
              </a:ext>
            </a:extLst>
          </p:cNvPr>
          <p:cNvSpPr txBox="1"/>
          <p:nvPr/>
        </p:nvSpPr>
        <p:spPr>
          <a:xfrm>
            <a:off x="5472799" y="6095732"/>
            <a:ext cx="153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Pytest Result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693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D5CB1-0368-79EE-CA79-DC069454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Tips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739DFF-0851-C47A-3B4F-E84E4C022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Pytest</a:t>
            </a:r>
            <a:r>
              <a:rPr lang="en-US" altLang="ko-KR" dirty="0"/>
              <a:t> might raise “module not found error” in such scenario</a:t>
            </a:r>
            <a:br>
              <a:rPr lang="en-US" altLang="ko-KR" dirty="0"/>
            </a:br>
            <a:endParaRPr lang="en-US" altLang="ko-KR" dirty="0"/>
          </a:p>
          <a:p>
            <a:pPr lvl="1"/>
            <a:r>
              <a:rPr lang="en-US" altLang="ko-KR" dirty="0"/>
              <a:t>A. Create __</a:t>
            </a:r>
            <a:r>
              <a:rPr lang="en-US" altLang="ko-KR" dirty="0" err="1"/>
              <a:t>init</a:t>
            </a:r>
            <a:r>
              <a:rPr lang="en-US" altLang="ko-KR" dirty="0"/>
              <a:t>__.</a:t>
            </a:r>
            <a:r>
              <a:rPr lang="en-US" altLang="ko-KR" dirty="0" err="1"/>
              <a:t>py</a:t>
            </a:r>
            <a:r>
              <a:rPr lang="en-US" altLang="ko-KR" dirty="0"/>
              <a:t> file in a directory where test_*.</a:t>
            </a:r>
            <a:r>
              <a:rPr lang="en-US" altLang="ko-KR" dirty="0" err="1"/>
              <a:t>py</a:t>
            </a:r>
            <a:r>
              <a:rPr lang="en-US" altLang="ko-KR" dirty="0"/>
              <a:t> is located</a:t>
            </a:r>
          </a:p>
          <a:p>
            <a:pPr lvl="1"/>
            <a:r>
              <a:rPr lang="en-US" altLang="ko-KR" dirty="0"/>
              <a:t>B. Or Run “python -m </a:t>
            </a:r>
            <a:r>
              <a:rPr lang="en-US" altLang="ko-KR" dirty="0" err="1"/>
              <a:t>pytest</a:t>
            </a:r>
            <a:r>
              <a:rPr lang="en-US" altLang="ko-KR" dirty="0"/>
              <a:t>” instead of </a:t>
            </a:r>
            <a:r>
              <a:rPr lang="en-US" altLang="ko-KR" dirty="0" err="1"/>
              <a:t>pytest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2A0C96-6CA8-C39B-3DD1-C1CD1AA6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390F59-6B52-EFE5-40C5-1034EE24F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372" y="3250591"/>
            <a:ext cx="2278688" cy="13068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F1E7AB-5CE2-38CD-4612-20D030423FD8}"/>
              </a:ext>
            </a:extLst>
          </p:cNvPr>
          <p:cNvSpPr txBox="1"/>
          <p:nvPr/>
        </p:nvSpPr>
        <p:spPr>
          <a:xfrm>
            <a:off x="8672286" y="4734266"/>
            <a:ext cx="1820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Directory Layout</a:t>
            </a:r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E530F666-ED9B-1A12-8B7A-277346C66B4D}"/>
              </a:ext>
            </a:extLst>
          </p:cNvPr>
          <p:cNvSpPr/>
          <p:nvPr/>
        </p:nvSpPr>
        <p:spPr>
          <a:xfrm flipH="1">
            <a:off x="10011343" y="2251873"/>
            <a:ext cx="177688" cy="938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74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4C726D-9A40-D604-FCAB-5B427CAD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Coverage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0970C-3E73-22CB-6D91-ACDCB66B9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Coverage.py is a tool for measuring code coverage of Python programs.</a:t>
            </a:r>
          </a:p>
          <a:p>
            <a:pPr lvl="1"/>
            <a:r>
              <a:rPr lang="en-US" altLang="ko-KR" dirty="0"/>
              <a:t>Code Coverage: A metric that measures which lines and branches of your source code were executed by your test suite.</a:t>
            </a:r>
          </a:p>
          <a:p>
            <a:pPr lvl="1"/>
            <a:r>
              <a:rPr lang="en-US" altLang="ko-KR" dirty="0">
                <a:hlinkClick r:id="rId2"/>
              </a:rPr>
              <a:t>https://coverage.readthedocs.io/en/7.11.3/</a:t>
            </a:r>
            <a:endParaRPr lang="en-US" altLang="ko-KR" dirty="0"/>
          </a:p>
          <a:p>
            <a:pPr lvl="1"/>
            <a:r>
              <a:rPr lang="en-US" altLang="ko-KR" dirty="0"/>
              <a:t>There must be test case to measure the coverage!</a:t>
            </a:r>
          </a:p>
          <a:p>
            <a:pPr lvl="2"/>
            <a:r>
              <a:rPr lang="en-US" altLang="ko-KR" dirty="0"/>
              <a:t>Coverage.py offers integration with </a:t>
            </a:r>
            <a:r>
              <a:rPr lang="en-US" altLang="ko-KR" dirty="0" err="1"/>
              <a:t>pytest</a:t>
            </a:r>
            <a:r>
              <a:rPr lang="en-US" altLang="ko-KR" dirty="0"/>
              <a:t> using “-m </a:t>
            </a:r>
            <a:r>
              <a:rPr lang="en-US" altLang="ko-KR" dirty="0" err="1"/>
              <a:t>pytest</a:t>
            </a:r>
            <a:r>
              <a:rPr lang="en-US" altLang="ko-KR" dirty="0"/>
              <a:t>” option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664F4-C0A8-E61B-46E6-99DE735C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40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92C8-C675-8CB4-553F-7CB057CC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F8CCE-927D-B442-B562-959A9D92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altLang="ko-KR" sz="5400"/>
              <a:t>Getting Started</a:t>
            </a:r>
            <a:endParaRPr lang="ko-KR" altLang="en-US" sz="54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C45AA-D7AB-C288-7165-D52B1E7E7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184401"/>
            <a:ext cx="10143668" cy="4265748"/>
          </a:xfrm>
        </p:spPr>
        <p:txBody>
          <a:bodyPr anchor="ctr">
            <a:normAutofit/>
          </a:bodyPr>
          <a:lstStyle/>
          <a:p>
            <a:r>
              <a:rPr lang="en-US" altLang="ko-KR" b="1" dirty="0"/>
              <a:t>0. Use python 3.14 or higher version</a:t>
            </a:r>
          </a:p>
          <a:p>
            <a:r>
              <a:rPr lang="en-US" altLang="ko-KR" b="1" dirty="0"/>
              <a:t>1. Install it: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coverage</a:t>
            </a:r>
          </a:p>
          <a:p>
            <a:r>
              <a:rPr lang="en-US" altLang="ko-KR" b="1" dirty="0"/>
              <a:t>2. Run it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coverage run --branch -m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b="1" dirty="0"/>
              <a:t>3. See the Report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coverage report –m </a:t>
            </a:r>
            <a:br>
              <a:rPr lang="en-US" altLang="ko-KR" dirty="0"/>
            </a:br>
            <a:r>
              <a:rPr lang="en-US" altLang="ko-KR" dirty="0"/>
              <a:t>	</a:t>
            </a:r>
            <a:r>
              <a:rPr lang="en-US" altLang="ko-KR" sz="1800" dirty="0"/>
              <a:t>(Show a screenshot of the terminal output: Name | </a:t>
            </a:r>
            <a:r>
              <a:rPr lang="en-US" altLang="ko-KR" sz="1800" dirty="0" err="1"/>
              <a:t>Stmts</a:t>
            </a:r>
            <a:r>
              <a:rPr lang="en-US" altLang="ko-KR" sz="1800" dirty="0"/>
              <a:t> | Miss | Cover | Missing)</a:t>
            </a:r>
          </a:p>
          <a:p>
            <a:pPr lvl="1"/>
            <a:r>
              <a:rPr lang="en-US" altLang="ko-K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coverage html (or xml)</a:t>
            </a:r>
          </a:p>
          <a:p>
            <a:pPr lvl="2"/>
            <a:r>
              <a:rPr lang="en-US" altLang="ko-KR" sz="1800" dirty="0"/>
              <a:t>(This creates an </a:t>
            </a:r>
            <a:r>
              <a:rPr lang="en-US" altLang="ko-KR" sz="1800" dirty="0" err="1"/>
              <a:t>htmlcov</a:t>
            </a:r>
            <a:r>
              <a:rPr lang="en-US" altLang="ko-KR" sz="1800" dirty="0"/>
              <a:t>/ folder. Open </a:t>
            </a:r>
            <a:r>
              <a:rPr lang="en-US" altLang="ko-KR" sz="1800" dirty="0" err="1"/>
              <a:t>index.html</a:t>
            </a:r>
            <a:r>
              <a:rPr lang="en-US" altLang="ko-KR" sz="1800" dirty="0"/>
              <a:t> in your browser.)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8D4DF4-246A-5440-284A-CCE4674B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0C1BB5D-EF82-4DB3-9DC5-8EF598758AF6}" type="slidenum">
              <a:rPr lang="ko-KR" altLang="en-US" smtClean="0"/>
              <a:pPr>
                <a:spcAft>
                  <a:spcPts val="600"/>
                </a:spcAft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882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F2E1D-F9A6-5174-4B03-6796D4E6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8038"/>
          </a:xfrm>
        </p:spPr>
        <p:txBody>
          <a:bodyPr/>
          <a:lstStyle/>
          <a:p>
            <a:r>
              <a:rPr lang="en-US" altLang="ko-KR"/>
              <a:t>Example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BA867-A1CA-C896-8C8B-6EBDC440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F70E23-1DFC-FFF7-AF67-84F05F352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55" t="9630" r="7006" b="10053"/>
          <a:stretch>
            <a:fillRect/>
          </a:stretch>
        </p:blipFill>
        <p:spPr>
          <a:xfrm>
            <a:off x="6683824" y="938123"/>
            <a:ext cx="4339776" cy="28843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72F0D7-18B2-500E-1227-B3FC2B343A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14" t="12686" r="12914" b="12686"/>
          <a:stretch>
            <a:fillRect/>
          </a:stretch>
        </p:blipFill>
        <p:spPr>
          <a:xfrm>
            <a:off x="2478482" y="1164508"/>
            <a:ext cx="2481940" cy="2621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DADC8A-43E9-B157-4599-7FC9AA0A73E0}"/>
              </a:ext>
            </a:extLst>
          </p:cNvPr>
          <p:cNvSpPr txBox="1"/>
          <p:nvPr/>
        </p:nvSpPr>
        <p:spPr>
          <a:xfrm>
            <a:off x="3109130" y="3881843"/>
            <a:ext cx="147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Source Code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60D91-7A37-18EA-7E1F-4D3E1F9B32C3}"/>
              </a:ext>
            </a:extLst>
          </p:cNvPr>
          <p:cNvSpPr txBox="1"/>
          <p:nvPr/>
        </p:nvSpPr>
        <p:spPr>
          <a:xfrm>
            <a:off x="8268743" y="3881843"/>
            <a:ext cx="1169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Test Code</a:t>
            </a: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A4EC6E-BE8E-86E5-3AFA-9DCB47FF7B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354" r="30034"/>
          <a:stretch>
            <a:fillRect/>
          </a:stretch>
        </p:blipFill>
        <p:spPr>
          <a:xfrm>
            <a:off x="6381513" y="4738682"/>
            <a:ext cx="5319320" cy="10256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6BDCCE-C95B-62A1-C786-5C51D4313EF5}"/>
              </a:ext>
            </a:extLst>
          </p:cNvPr>
          <p:cNvSpPr txBox="1"/>
          <p:nvPr/>
        </p:nvSpPr>
        <p:spPr>
          <a:xfrm>
            <a:off x="8146479" y="5882555"/>
            <a:ext cx="188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Coverage Report</a:t>
            </a:r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9EB70A-0E4B-1A29-AFB8-96D3D9ACFFC3}"/>
              </a:ext>
            </a:extLst>
          </p:cNvPr>
          <p:cNvGrpSpPr/>
          <p:nvPr/>
        </p:nvGrpSpPr>
        <p:grpSpPr>
          <a:xfrm>
            <a:off x="2478482" y="4647956"/>
            <a:ext cx="2656491" cy="1823953"/>
            <a:chOff x="2624957" y="4714959"/>
            <a:chExt cx="2656491" cy="1823953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86F46198-7431-3CF0-D280-C018E9E69F23}"/>
                </a:ext>
              </a:extLst>
            </p:cNvPr>
            <p:cNvCxnSpPr/>
            <p:nvPr/>
          </p:nvCxnSpPr>
          <p:spPr>
            <a:xfrm flipH="1">
              <a:off x="2735317" y="4716817"/>
              <a:ext cx="567559" cy="5725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7E06133B-29DD-CC09-9E36-EA288684549A}"/>
                </a:ext>
              </a:extLst>
            </p:cNvPr>
            <p:cNvCxnSpPr>
              <a:cxnSpLocks/>
            </p:cNvCxnSpPr>
            <p:nvPr/>
          </p:nvCxnSpPr>
          <p:spPr>
            <a:xfrm>
              <a:off x="3288052" y="4714959"/>
              <a:ext cx="1993396" cy="18239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1472A21-427D-CF82-FB84-3E29DFA7C7FB}"/>
                </a:ext>
              </a:extLst>
            </p:cNvPr>
            <p:cNvCxnSpPr/>
            <p:nvPr/>
          </p:nvCxnSpPr>
          <p:spPr>
            <a:xfrm flipH="1">
              <a:off x="3368565" y="5318534"/>
              <a:ext cx="567559" cy="5725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526FA8E-B364-F3A0-8D3B-0DDF2BFDA607}"/>
                </a:ext>
              </a:extLst>
            </p:cNvPr>
            <p:cNvCxnSpPr/>
            <p:nvPr/>
          </p:nvCxnSpPr>
          <p:spPr>
            <a:xfrm flipH="1">
              <a:off x="4021394" y="5919804"/>
              <a:ext cx="567559" cy="5725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0D7DD8-F3C4-7682-3E05-B0156FC14020}"/>
                </a:ext>
              </a:extLst>
            </p:cNvPr>
            <p:cNvSpPr txBox="1"/>
            <p:nvPr/>
          </p:nvSpPr>
          <p:spPr>
            <a:xfrm>
              <a:off x="2624957" y="4749365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b1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2F2506C-2FDF-A7E4-F386-6315BE87DCCD}"/>
                </a:ext>
              </a:extLst>
            </p:cNvPr>
            <p:cNvSpPr txBox="1"/>
            <p:nvPr/>
          </p:nvSpPr>
          <p:spPr>
            <a:xfrm>
              <a:off x="3569578" y="474011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b2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51633F-88AF-C3B3-0AE3-23FC98ADAC87}"/>
                </a:ext>
              </a:extLst>
            </p:cNvPr>
            <p:cNvSpPr txBox="1"/>
            <p:nvPr/>
          </p:nvSpPr>
          <p:spPr>
            <a:xfrm>
              <a:off x="3109130" y="532416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b3</a:t>
              </a:r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62FEF4-DEAE-9290-998C-4A7063DEEBB4}"/>
                </a:ext>
              </a:extLst>
            </p:cNvPr>
            <p:cNvSpPr txBox="1"/>
            <p:nvPr/>
          </p:nvSpPr>
          <p:spPr>
            <a:xfrm>
              <a:off x="4175418" y="529702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b4</a:t>
              </a:r>
              <a:endParaRPr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F6E3F8-C76D-7135-7123-34A3CD451FB3}"/>
                </a:ext>
              </a:extLst>
            </p:cNvPr>
            <p:cNvSpPr txBox="1"/>
            <p:nvPr/>
          </p:nvSpPr>
          <p:spPr>
            <a:xfrm>
              <a:off x="4017148" y="583672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b5</a:t>
              </a:r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A9C5405-C5B7-C4BA-57B2-C5613269C1A2}"/>
                </a:ext>
              </a:extLst>
            </p:cNvPr>
            <p:cNvSpPr txBox="1"/>
            <p:nvPr/>
          </p:nvSpPr>
          <p:spPr>
            <a:xfrm>
              <a:off x="4775567" y="5839869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b6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9154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825FB-67D6-EFA6-5F47-1EA4490A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3F7F5-78A7-A3F1-5BF3-3EDE4CF4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8038"/>
          </a:xfrm>
        </p:spPr>
        <p:txBody>
          <a:bodyPr/>
          <a:lstStyle/>
          <a:p>
            <a:r>
              <a:rPr lang="en-US" altLang="ko-KR"/>
              <a:t>Example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E59CE-19B7-B219-6CA0-3E6C86AD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33E7EF-52C1-57E5-5523-A427416176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55" t="9630" r="7006" b="10053"/>
          <a:stretch>
            <a:fillRect/>
          </a:stretch>
        </p:blipFill>
        <p:spPr>
          <a:xfrm>
            <a:off x="6676572" y="1340004"/>
            <a:ext cx="4319500" cy="28708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A9E067-9CA9-3BFA-013B-A267FF2B0A8D}"/>
              </a:ext>
            </a:extLst>
          </p:cNvPr>
          <p:cNvSpPr txBox="1"/>
          <p:nvPr/>
        </p:nvSpPr>
        <p:spPr>
          <a:xfrm>
            <a:off x="2966629" y="4327402"/>
            <a:ext cx="147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Source Code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948458-2862-B61B-DB22-7A6D8BBC6E61}"/>
              </a:ext>
            </a:extLst>
          </p:cNvPr>
          <p:cNvSpPr txBox="1"/>
          <p:nvPr/>
        </p:nvSpPr>
        <p:spPr>
          <a:xfrm>
            <a:off x="8251354" y="4327402"/>
            <a:ext cx="1169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Test Code</a:t>
            </a: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0AB9AC4-6015-9002-DE59-714A363ED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25" t="22751" r="13725" b="11429"/>
          <a:stretch>
            <a:fillRect/>
          </a:stretch>
        </p:blipFill>
        <p:spPr>
          <a:xfrm>
            <a:off x="2463086" y="1350397"/>
            <a:ext cx="2479028" cy="28604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63108A-0208-E66D-637B-FB5EF5D2C234}"/>
              </a:ext>
            </a:extLst>
          </p:cNvPr>
          <p:cNvSpPr txBox="1"/>
          <p:nvPr/>
        </p:nvSpPr>
        <p:spPr>
          <a:xfrm>
            <a:off x="5154973" y="6271500"/>
            <a:ext cx="188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Coverage Report</a:t>
            </a:r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38F9CEC-5954-9A70-E28C-A0EC58078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313" y="5186174"/>
            <a:ext cx="5457374" cy="103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07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2C13D3-6D18-1C62-6CA9-5250DCCFD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9529" y="382210"/>
            <a:ext cx="8132942" cy="5571065"/>
          </a:xfrm>
          <a:prstGeom prst="rect">
            <a:avLst/>
          </a:prstGeom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22BBC3-556C-AF4E-DEBC-46CE2F20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0C1BB5D-EF82-4DB3-9DC5-8EF598758AF6}" type="slidenum">
              <a:rPr lang="en-US" altLang="ko-KR" smtClean="0">
                <a:solidFill>
                  <a:schemeClr val="tx1">
                    <a:tint val="75000"/>
                  </a:schemeClr>
                </a:solidFill>
              </a:rPr>
              <a:pPr defTabSz="914400">
                <a:spcAft>
                  <a:spcPts val="600"/>
                </a:spcAft>
              </a:pPr>
              <a:t>11</a:t>
            </a:fld>
            <a:endParaRPr lang="en-US" altLang="ko-KR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861FF2-7078-535E-41D6-7FF56F471DC9}"/>
              </a:ext>
            </a:extLst>
          </p:cNvPr>
          <p:cNvSpPr txBox="1"/>
          <p:nvPr/>
        </p:nvSpPr>
        <p:spPr>
          <a:xfrm>
            <a:off x="5154973" y="6053786"/>
            <a:ext cx="234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html Coverage Report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14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1E026-57EC-2419-3ADF-6D02A0BC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Tips 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F327E3-693B-A269-4856-B198A3669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.coverage file</a:t>
            </a:r>
          </a:p>
          <a:p>
            <a:pPr lvl="1"/>
            <a:r>
              <a:rPr lang="en-US" altLang="ko-KR" dirty="0"/>
              <a:t>It lets you control what code is measured, </a:t>
            </a:r>
            <a:br>
              <a:rPr lang="en-US" altLang="ko-KR" dirty="0"/>
            </a:br>
            <a:r>
              <a:rPr lang="en-US" altLang="ko-KR" dirty="0"/>
              <a:t>which files to ignore, </a:t>
            </a:r>
            <a:br>
              <a:rPr lang="en-US" altLang="ko-KR" dirty="0"/>
            </a:br>
            <a:r>
              <a:rPr lang="en-US" altLang="ko-KR" dirty="0"/>
              <a:t>and how reports are displayed.</a:t>
            </a:r>
          </a:p>
          <a:p>
            <a:pPr lvl="1"/>
            <a:r>
              <a:rPr lang="en-US" altLang="ko-KR" dirty="0"/>
              <a:t>Use “</a:t>
            </a:r>
            <a:r>
              <a:rPr lang="en-US" altLang="ko-KR" dirty="0" err="1"/>
              <a:t>exclude_lines</a:t>
            </a:r>
            <a:r>
              <a:rPr lang="en-US" altLang="ko-KR" dirty="0"/>
              <a:t>”</a:t>
            </a:r>
          </a:p>
          <a:p>
            <a:pPr lvl="1"/>
            <a:r>
              <a:rPr lang="en-US" altLang="ko-KR" dirty="0"/>
              <a:t>Detailed Branch coverage can be extracted using xml report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r>
              <a:rPr lang="en-US" altLang="ko-KR" b="1" dirty="0"/>
              <a:t>You can use </a:t>
            </a:r>
            <a:r>
              <a:rPr lang="en-US" altLang="ko-KR" b="1" dirty="0" err="1"/>
              <a:t>pytest-cov</a:t>
            </a:r>
            <a:r>
              <a:rPr lang="en-US" altLang="ko-KR" b="1" dirty="0"/>
              <a:t> as well! </a:t>
            </a:r>
          </a:p>
          <a:p>
            <a:pPr lvl="1"/>
            <a:r>
              <a:rPr lang="en" altLang="ko-KR" dirty="0" err="1"/>
              <a:t>pytest-cov</a:t>
            </a:r>
            <a:r>
              <a:rPr lang="en" altLang="ko-KR" dirty="0"/>
              <a:t> is a </a:t>
            </a:r>
            <a:r>
              <a:rPr lang="en" altLang="ko-KR" dirty="0" err="1"/>
              <a:t>pytest</a:t>
            </a:r>
            <a:r>
              <a:rPr lang="en" altLang="ko-KR" dirty="0"/>
              <a:t> plugin that integrates </a:t>
            </a:r>
            <a:r>
              <a:rPr lang="en" altLang="ko-KR" dirty="0" err="1"/>
              <a:t>coverage.py</a:t>
            </a:r>
            <a:endParaRPr lang="en-US" altLang="ko-KR" dirty="0"/>
          </a:p>
          <a:p>
            <a:pPr lvl="1"/>
            <a:r>
              <a:rPr lang="en-US" altLang="ko-KR" dirty="0"/>
              <a:t>integrates coverage collection into </a:t>
            </a:r>
            <a:r>
              <a:rPr lang="en-US" altLang="ko-KR" dirty="0" err="1"/>
              <a:t>pytest</a:t>
            </a:r>
            <a:r>
              <a:rPr lang="en-US" altLang="ko-KR" dirty="0"/>
              <a:t> seamlessly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2B011D-0D0B-411E-BC2D-DFB71EEF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BB5D-EF82-4DB3-9DC5-8EF598758AF6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18BA15-A3D8-B074-9B3B-BE224A2AC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2612" y="1027906"/>
            <a:ext cx="1922810" cy="256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2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</TotalTime>
  <Words>446</Words>
  <Application>Microsoft Office PowerPoint</Application>
  <PresentationFormat>와이드스크린</PresentationFormat>
  <Paragraphs>84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맑은 고딕</vt:lpstr>
      <vt:lpstr>Aptos</vt:lpstr>
      <vt:lpstr>Aptos Display</vt:lpstr>
      <vt:lpstr>Arial</vt:lpstr>
      <vt:lpstr>Courier New</vt:lpstr>
      <vt:lpstr>Office Theme</vt:lpstr>
      <vt:lpstr>Pytest and Coverage.py</vt:lpstr>
      <vt:lpstr>Pytest</vt:lpstr>
      <vt:lpstr>Getting Started</vt:lpstr>
      <vt:lpstr>Example</vt:lpstr>
      <vt:lpstr>Example</vt:lpstr>
      <vt:lpstr>Tips</vt:lpstr>
      <vt:lpstr>Coverage</vt:lpstr>
      <vt:lpstr>Getting Started</vt:lpstr>
      <vt:lpstr>Example</vt:lpstr>
      <vt:lpstr>Example</vt:lpstr>
      <vt:lpstr>PowerPoint 프레젠테이션</vt:lpstr>
      <vt:lpstr>Tips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세창 장</dc:creator>
  <cp:lastModifiedBy>moonzoo</cp:lastModifiedBy>
  <cp:revision>10</cp:revision>
  <dcterms:created xsi:type="dcterms:W3CDTF">2025-11-10T09:32:37Z</dcterms:created>
  <dcterms:modified xsi:type="dcterms:W3CDTF">2025-11-17T15:55:41Z</dcterms:modified>
</cp:coreProperties>
</file>