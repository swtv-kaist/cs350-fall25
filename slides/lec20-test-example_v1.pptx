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1"/>
  </p:notesMasterIdLst>
  <p:sldIdLst>
    <p:sldId id="256" r:id="rId2"/>
    <p:sldId id="269" r:id="rId3"/>
    <p:sldId id="271" r:id="rId4"/>
    <p:sldId id="273" r:id="rId5"/>
    <p:sldId id="276" r:id="rId6"/>
    <p:sldId id="274" r:id="rId7"/>
    <p:sldId id="277" r:id="rId8"/>
    <p:sldId id="275" r:id="rId9"/>
    <p:sldId id="27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73C39-F9A6-9A4B-BCB8-CD84F9F0B62C}" v="4" dt="2025-11-16T12:49:50.8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43"/>
    <p:restoredTop sz="94668"/>
  </p:normalViewPr>
  <p:slideViewPr>
    <p:cSldViewPr snapToGrid="0">
      <p:cViewPr varScale="1">
        <p:scale>
          <a:sx n="242" d="100"/>
          <a:sy n="242" d="100"/>
        </p:scale>
        <p:origin x="204"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세창 장" userId="55a988cc11fcfbce" providerId="LiveId" clId="{A15CC60B-0658-4DF7-96A7-AE703EFC098F}"/>
    <pc:docChg chg="undo redo custSel addSld delSld modSld">
      <pc:chgData name="세창 장" userId="55a988cc11fcfbce" providerId="LiveId" clId="{A15CC60B-0658-4DF7-96A7-AE703EFC098F}" dt="2025-11-14T07:34:38.664" v="1592" actId="20577"/>
      <pc:docMkLst>
        <pc:docMk/>
      </pc:docMkLst>
      <pc:sldChg chg="modSp new mod">
        <pc:chgData name="세창 장" userId="55a988cc11fcfbce" providerId="LiveId" clId="{A15CC60B-0658-4DF7-96A7-AE703EFC098F}" dt="2025-11-10T11:41:44.577" v="1006"/>
        <pc:sldMkLst>
          <pc:docMk/>
          <pc:sldMk cId="468735710" sldId="256"/>
        </pc:sldMkLst>
        <pc:spChg chg="mod">
          <ac:chgData name="세창 장" userId="55a988cc11fcfbce" providerId="LiveId" clId="{A15CC60B-0658-4DF7-96A7-AE703EFC098F}" dt="2025-11-10T11:41:44.577" v="1006"/>
          <ac:spMkLst>
            <pc:docMk/>
            <pc:sldMk cId="468735710" sldId="256"/>
            <ac:spMk id="2" creationId="{A1A8EFE7-7354-280A-CFD9-6475228D31A8}"/>
          </ac:spMkLst>
        </pc:spChg>
        <pc:spChg chg="mod">
          <ac:chgData name="세창 장" userId="55a988cc11fcfbce" providerId="LiveId" clId="{A15CC60B-0658-4DF7-96A7-AE703EFC098F}" dt="2025-11-10T11:41:44.577" v="1006"/>
          <ac:spMkLst>
            <pc:docMk/>
            <pc:sldMk cId="468735710" sldId="256"/>
            <ac:spMk id="3" creationId="{3D06785F-D009-2ECF-2E88-6AAD18B1A6C9}"/>
          </ac:spMkLst>
        </pc:spChg>
        <pc:spChg chg="mod">
          <ac:chgData name="세창 장" userId="55a988cc11fcfbce" providerId="LiveId" clId="{A15CC60B-0658-4DF7-96A7-AE703EFC098F}" dt="2025-11-10T11:41:44.577" v="1006"/>
          <ac:spMkLst>
            <pc:docMk/>
            <pc:sldMk cId="468735710" sldId="256"/>
            <ac:spMk id="4" creationId="{BCC2E96C-9062-C9A3-F132-81F83F974EAB}"/>
          </ac:spMkLst>
        </pc:spChg>
      </pc:sldChg>
      <pc:sldChg chg="addSp delSp modSp new mod setBg delDesignElem">
        <pc:chgData name="세창 장" userId="55a988cc11fcfbce" providerId="LiveId" clId="{A15CC60B-0658-4DF7-96A7-AE703EFC098F}" dt="2025-11-10T11:51:11.490" v="1417" actId="1076"/>
        <pc:sldMkLst>
          <pc:docMk/>
          <pc:sldMk cId="2438425839" sldId="257"/>
        </pc:sldMkLst>
        <pc:spChg chg="mod">
          <ac:chgData name="세창 장" userId="55a988cc11fcfbce" providerId="LiveId" clId="{A15CC60B-0658-4DF7-96A7-AE703EFC098F}" dt="2025-11-10T10:22:42.071" v="147" actId="26606"/>
          <ac:spMkLst>
            <pc:docMk/>
            <pc:sldMk cId="2438425839" sldId="257"/>
            <ac:spMk id="2" creationId="{F77560F7-9AE0-0F5C-6501-499F5A2627C7}"/>
          </ac:spMkLst>
        </pc:spChg>
        <pc:spChg chg="mod">
          <ac:chgData name="세창 장" userId="55a988cc11fcfbce" providerId="LiveId" clId="{A15CC60B-0658-4DF7-96A7-AE703EFC098F}" dt="2025-11-10T11:51:11.490" v="1417" actId="1076"/>
          <ac:spMkLst>
            <pc:docMk/>
            <pc:sldMk cId="2438425839" sldId="257"/>
            <ac:spMk id="3" creationId="{22F2E389-32B9-5633-8B8F-9DC7D45E88FA}"/>
          </ac:spMkLst>
        </pc:spChg>
        <pc:spChg chg="mod ord">
          <ac:chgData name="세창 장" userId="55a988cc11fcfbce" providerId="LiveId" clId="{A15CC60B-0658-4DF7-96A7-AE703EFC098F}" dt="2025-11-10T10:22:42.071" v="147" actId="26606"/>
          <ac:spMkLst>
            <pc:docMk/>
            <pc:sldMk cId="2438425839" sldId="257"/>
            <ac:spMk id="4" creationId="{0ED692AC-B763-C7F4-154E-5F8D6DBF63C6}"/>
          </ac:spMkLst>
        </pc:spChg>
        <pc:spChg chg="add mod">
          <ac:chgData name="세창 장" userId="55a988cc11fcfbce" providerId="LiveId" clId="{A15CC60B-0658-4DF7-96A7-AE703EFC098F}" dt="2025-11-10T10:23:27.191" v="211" actId="1038"/>
          <ac:spMkLst>
            <pc:docMk/>
            <pc:sldMk cId="2438425839" sldId="257"/>
            <ac:spMk id="7" creationId="{4AA1A9A5-9ACB-E551-C7AC-E39E5F1A102F}"/>
          </ac:spMkLst>
        </pc:spChg>
        <pc:picChg chg="add mod">
          <ac:chgData name="세창 장" userId="55a988cc11fcfbce" providerId="LiveId" clId="{A15CC60B-0658-4DF7-96A7-AE703EFC098F}" dt="2025-11-10T11:51:11.490" v="1417" actId="1076"/>
          <ac:picMkLst>
            <pc:docMk/>
            <pc:sldMk cId="2438425839" sldId="257"/>
            <ac:picMk id="6" creationId="{D4C04841-23E3-1A70-22C1-88D38C17DB57}"/>
          </ac:picMkLst>
        </pc:picChg>
      </pc:sldChg>
      <pc:sldChg chg="addSp delSp modSp new mod setBg delDesignElem">
        <pc:chgData name="세창 장" userId="55a988cc11fcfbce" providerId="LiveId" clId="{A15CC60B-0658-4DF7-96A7-AE703EFC098F}" dt="2025-11-10T10:50:41.916" v="692" actId="113"/>
        <pc:sldMkLst>
          <pc:docMk/>
          <pc:sldMk cId="2535297234" sldId="258"/>
        </pc:sldMkLst>
        <pc:spChg chg="mod">
          <ac:chgData name="세창 장" userId="55a988cc11fcfbce" providerId="LiveId" clId="{A15CC60B-0658-4DF7-96A7-AE703EFC098F}" dt="2025-11-10T10:22:52.069" v="149" actId="26606"/>
          <ac:spMkLst>
            <pc:docMk/>
            <pc:sldMk cId="2535297234" sldId="258"/>
            <ac:spMk id="2" creationId="{6E398B4E-E95A-86E6-B43C-883DE3EFC7D8}"/>
          </ac:spMkLst>
        </pc:spChg>
        <pc:spChg chg="mod">
          <ac:chgData name="세창 장" userId="55a988cc11fcfbce" providerId="LiveId" clId="{A15CC60B-0658-4DF7-96A7-AE703EFC098F}" dt="2025-11-10T10:50:41.916" v="692" actId="113"/>
          <ac:spMkLst>
            <pc:docMk/>
            <pc:sldMk cId="2535297234" sldId="258"/>
            <ac:spMk id="3" creationId="{EECE4A0A-47DB-E277-8A1A-1FA632107B2B}"/>
          </ac:spMkLst>
        </pc:spChg>
        <pc:spChg chg="mod">
          <ac:chgData name="세창 장" userId="55a988cc11fcfbce" providerId="LiveId" clId="{A15CC60B-0658-4DF7-96A7-AE703EFC098F}" dt="2025-11-10T10:22:52.069" v="149" actId="26606"/>
          <ac:spMkLst>
            <pc:docMk/>
            <pc:sldMk cId="2535297234" sldId="258"/>
            <ac:spMk id="4" creationId="{FD043E41-705D-B1CB-1E8A-6B99518D5A3F}"/>
          </ac:spMkLst>
        </pc:spChg>
      </pc:sldChg>
      <pc:sldChg chg="addSp delSp modSp new mod">
        <pc:chgData name="세창 장" userId="55a988cc11fcfbce" providerId="LiveId" clId="{A15CC60B-0658-4DF7-96A7-AE703EFC098F}" dt="2025-11-10T11:41:44.577" v="1006"/>
        <pc:sldMkLst>
          <pc:docMk/>
          <pc:sldMk cId="4182339106" sldId="259"/>
        </pc:sldMkLst>
        <pc:spChg chg="mod">
          <ac:chgData name="세창 장" userId="55a988cc11fcfbce" providerId="LiveId" clId="{A15CC60B-0658-4DF7-96A7-AE703EFC098F}" dt="2025-11-10T11:41:44.577" v="1006"/>
          <ac:spMkLst>
            <pc:docMk/>
            <pc:sldMk cId="4182339106" sldId="259"/>
            <ac:spMk id="2" creationId="{7D55AB0C-9ABB-ABEC-747F-C3507494C619}"/>
          </ac:spMkLst>
        </pc:spChg>
        <pc:spChg chg="mod">
          <ac:chgData name="세창 장" userId="55a988cc11fcfbce" providerId="LiveId" clId="{A15CC60B-0658-4DF7-96A7-AE703EFC098F}" dt="2025-11-10T11:41:44.577" v="1006"/>
          <ac:spMkLst>
            <pc:docMk/>
            <pc:sldMk cId="4182339106" sldId="259"/>
            <ac:spMk id="4" creationId="{754B9C60-EF7A-193B-777A-07B68392DC69}"/>
          </ac:spMkLst>
        </pc:spChg>
        <pc:spChg chg="add mod">
          <ac:chgData name="세창 장" userId="55a988cc11fcfbce" providerId="LiveId" clId="{A15CC60B-0658-4DF7-96A7-AE703EFC098F}" dt="2025-11-10T10:33:34.219" v="254" actId="1076"/>
          <ac:spMkLst>
            <pc:docMk/>
            <pc:sldMk cId="4182339106" sldId="259"/>
            <ac:spMk id="11" creationId="{5E1ED0C1-90BD-D09B-7129-81D55BB9235D}"/>
          </ac:spMkLst>
        </pc:spChg>
        <pc:spChg chg="add mod">
          <ac:chgData name="세창 장" userId="55a988cc11fcfbce" providerId="LiveId" clId="{A15CC60B-0658-4DF7-96A7-AE703EFC098F}" dt="2025-11-10T10:33:55.679" v="284" actId="1076"/>
          <ac:spMkLst>
            <pc:docMk/>
            <pc:sldMk cId="4182339106" sldId="259"/>
            <ac:spMk id="12" creationId="{37F0CF46-2CBA-188F-BD11-7C14E5078468}"/>
          </ac:spMkLst>
        </pc:spChg>
        <pc:picChg chg="add mod ord modCrop">
          <ac:chgData name="세창 장" userId="55a988cc11fcfbce" providerId="LiveId" clId="{A15CC60B-0658-4DF7-96A7-AE703EFC098F}" dt="2025-11-10T10:33:23.025" v="251" actId="1076"/>
          <ac:picMkLst>
            <pc:docMk/>
            <pc:sldMk cId="4182339106" sldId="259"/>
            <ac:picMk id="8" creationId="{3F2C6522-D623-16BA-13FF-CB537D438B8E}"/>
          </ac:picMkLst>
        </pc:picChg>
        <pc:picChg chg="add mod modCrop">
          <ac:chgData name="세창 장" userId="55a988cc11fcfbce" providerId="LiveId" clId="{A15CC60B-0658-4DF7-96A7-AE703EFC098F}" dt="2025-11-10T10:33:20.848" v="249" actId="1076"/>
          <ac:picMkLst>
            <pc:docMk/>
            <pc:sldMk cId="4182339106" sldId="259"/>
            <ac:picMk id="10" creationId="{7AA0D0CE-0E90-A7A4-8C30-72EAC147CC2D}"/>
          </ac:picMkLst>
        </pc:picChg>
      </pc:sldChg>
      <pc:sldChg chg="addSp delSp modSp new mod">
        <pc:chgData name="세창 장" userId="55a988cc11fcfbce" providerId="LiveId" clId="{A15CC60B-0658-4DF7-96A7-AE703EFC098F}" dt="2025-11-10T11:41:44.577" v="1006"/>
        <pc:sldMkLst>
          <pc:docMk/>
          <pc:sldMk cId="3003693551" sldId="260"/>
        </pc:sldMkLst>
        <pc:spChg chg="mod">
          <ac:chgData name="세창 장" userId="55a988cc11fcfbce" providerId="LiveId" clId="{A15CC60B-0658-4DF7-96A7-AE703EFC098F}" dt="2025-11-10T11:41:44.577" v="1006"/>
          <ac:spMkLst>
            <pc:docMk/>
            <pc:sldMk cId="3003693551" sldId="260"/>
            <ac:spMk id="2" creationId="{D6E14831-01DE-9E3D-B746-D47A74A02879}"/>
          </ac:spMkLst>
        </pc:spChg>
        <pc:spChg chg="mod">
          <ac:chgData name="세창 장" userId="55a988cc11fcfbce" providerId="LiveId" clId="{A15CC60B-0658-4DF7-96A7-AE703EFC098F}" dt="2025-11-10T11:41:44.577" v="1006"/>
          <ac:spMkLst>
            <pc:docMk/>
            <pc:sldMk cId="3003693551" sldId="260"/>
            <ac:spMk id="4" creationId="{DCB375DE-87F2-66CD-4936-1C139D6066C6}"/>
          </ac:spMkLst>
        </pc:spChg>
        <pc:spChg chg="add mod">
          <ac:chgData name="세창 장" userId="55a988cc11fcfbce" providerId="LiveId" clId="{A15CC60B-0658-4DF7-96A7-AE703EFC098F}" dt="2025-11-10T11:37:04.925" v="911" actId="1076"/>
          <ac:spMkLst>
            <pc:docMk/>
            <pc:sldMk cId="3003693551" sldId="260"/>
            <ac:spMk id="10" creationId="{C9EFC5D6-6F0B-1448-AB60-B05924660133}"/>
          </ac:spMkLst>
        </pc:spChg>
        <pc:spChg chg="add mod">
          <ac:chgData name="세창 장" userId="55a988cc11fcfbce" providerId="LiveId" clId="{A15CC60B-0658-4DF7-96A7-AE703EFC098F}" dt="2025-11-10T11:37:04.925" v="911" actId="1076"/>
          <ac:spMkLst>
            <pc:docMk/>
            <pc:sldMk cId="3003693551" sldId="260"/>
            <ac:spMk id="11" creationId="{F80C1F36-7695-1E95-8459-236CEE3BAB41}"/>
          </ac:spMkLst>
        </pc:spChg>
        <pc:spChg chg="add mod">
          <ac:chgData name="세창 장" userId="55a988cc11fcfbce" providerId="LiveId" clId="{A15CC60B-0658-4DF7-96A7-AE703EFC098F}" dt="2025-11-10T11:37:09.959" v="915" actId="1076"/>
          <ac:spMkLst>
            <pc:docMk/>
            <pc:sldMk cId="3003693551" sldId="260"/>
            <ac:spMk id="14" creationId="{CE4FABA9-2473-2DD0-009F-D488DCF051A4}"/>
          </ac:spMkLst>
        </pc:spChg>
        <pc:picChg chg="add mod modCrop">
          <ac:chgData name="세창 장" userId="55a988cc11fcfbce" providerId="LiveId" clId="{A15CC60B-0658-4DF7-96A7-AE703EFC098F}" dt="2025-11-10T11:37:04.925" v="911" actId="1076"/>
          <ac:picMkLst>
            <pc:docMk/>
            <pc:sldMk cId="3003693551" sldId="260"/>
            <ac:picMk id="6" creationId="{398B6EB4-C275-962E-92CD-CF0BB09C0B28}"/>
          </ac:picMkLst>
        </pc:picChg>
        <pc:picChg chg="add mod modCrop">
          <ac:chgData name="세창 장" userId="55a988cc11fcfbce" providerId="LiveId" clId="{A15CC60B-0658-4DF7-96A7-AE703EFC098F}" dt="2025-11-10T11:37:04.925" v="911" actId="1076"/>
          <ac:picMkLst>
            <pc:docMk/>
            <pc:sldMk cId="3003693551" sldId="260"/>
            <ac:picMk id="9" creationId="{6B30ADD5-4FD0-F3CB-7497-F60E73E2C917}"/>
          </ac:picMkLst>
        </pc:picChg>
        <pc:picChg chg="add mod modCrop">
          <ac:chgData name="세창 장" userId="55a988cc11fcfbce" providerId="LiveId" clId="{A15CC60B-0658-4DF7-96A7-AE703EFC098F}" dt="2025-11-10T11:37:09.959" v="915" actId="1076"/>
          <ac:picMkLst>
            <pc:docMk/>
            <pc:sldMk cId="3003693551" sldId="260"/>
            <ac:picMk id="13" creationId="{0C1A794E-6FE6-7742-E020-6AC05CCFD8E7}"/>
          </ac:picMkLst>
        </pc:picChg>
      </pc:sldChg>
      <pc:sldChg chg="addSp delSp modSp new mod setBg">
        <pc:chgData name="세창 장" userId="55a988cc11fcfbce" providerId="LiveId" clId="{A15CC60B-0658-4DF7-96A7-AE703EFC098F}" dt="2025-11-10T11:50:58.628" v="1415" actId="20577"/>
        <pc:sldMkLst>
          <pc:docMk/>
          <pc:sldMk cId="643743932" sldId="261"/>
        </pc:sldMkLst>
        <pc:spChg chg="mod">
          <ac:chgData name="세창 장" userId="55a988cc11fcfbce" providerId="LiveId" clId="{A15CC60B-0658-4DF7-96A7-AE703EFC098F}" dt="2025-11-10T11:41:44.577" v="1006"/>
          <ac:spMkLst>
            <pc:docMk/>
            <pc:sldMk cId="643743932" sldId="261"/>
            <ac:spMk id="2" creationId="{CFBD5CB1-0368-79EE-CA79-DC0694540905}"/>
          </ac:spMkLst>
        </pc:spChg>
        <pc:spChg chg="mod">
          <ac:chgData name="세창 장" userId="55a988cc11fcfbce" providerId="LiveId" clId="{A15CC60B-0658-4DF7-96A7-AE703EFC098F}" dt="2025-11-10T11:50:58.628" v="1415" actId="20577"/>
          <ac:spMkLst>
            <pc:docMk/>
            <pc:sldMk cId="643743932" sldId="261"/>
            <ac:spMk id="3" creationId="{FB739DFF-0851-C47A-3B4F-E84E4C022CE8}"/>
          </ac:spMkLst>
        </pc:spChg>
        <pc:spChg chg="mod ord">
          <ac:chgData name="세창 장" userId="55a988cc11fcfbce" providerId="LiveId" clId="{A15CC60B-0658-4DF7-96A7-AE703EFC098F}" dt="2025-11-10T11:41:44.577" v="1006"/>
          <ac:spMkLst>
            <pc:docMk/>
            <pc:sldMk cId="643743932" sldId="261"/>
            <ac:spMk id="4" creationId="{342A0C96-6CA8-C39B-3DD1-C1CD1AA6C86E}"/>
          </ac:spMkLst>
        </pc:spChg>
        <pc:spChg chg="add mod">
          <ac:chgData name="세창 장" userId="55a988cc11fcfbce" providerId="LiveId" clId="{A15CC60B-0658-4DF7-96A7-AE703EFC098F}" dt="2025-11-10T11:50:32.444" v="1388" actId="1076"/>
          <ac:spMkLst>
            <pc:docMk/>
            <pc:sldMk cId="643743932" sldId="261"/>
            <ac:spMk id="7" creationId="{6DF1E7AB-5CE2-38CD-4612-20D030423FD8}"/>
          </ac:spMkLst>
        </pc:spChg>
        <pc:spChg chg="add mod">
          <ac:chgData name="세창 장" userId="55a988cc11fcfbce" providerId="LiveId" clId="{A15CC60B-0658-4DF7-96A7-AE703EFC098F}" dt="2025-11-10T11:50:45.584" v="1392" actId="1076"/>
          <ac:spMkLst>
            <pc:docMk/>
            <pc:sldMk cId="643743932" sldId="261"/>
            <ac:spMk id="8" creationId="{E530F666-ED9B-1A12-8B7A-277346C66B4D}"/>
          </ac:spMkLst>
        </pc:spChg>
        <pc:picChg chg="add mod">
          <ac:chgData name="세창 장" userId="55a988cc11fcfbce" providerId="LiveId" clId="{A15CC60B-0658-4DF7-96A7-AE703EFC098F}" dt="2025-11-10T11:50:32.444" v="1388" actId="1076"/>
          <ac:picMkLst>
            <pc:docMk/>
            <pc:sldMk cId="643743932" sldId="261"/>
            <ac:picMk id="6" creationId="{1C390F59-6B52-EFE5-40C5-1034EE24F6B1}"/>
          </ac:picMkLst>
        </pc:picChg>
      </pc:sldChg>
      <pc:sldChg chg="modSp new mod">
        <pc:chgData name="세창 장" userId="55a988cc11fcfbce" providerId="LiveId" clId="{A15CC60B-0658-4DF7-96A7-AE703EFC098F}" dt="2025-11-10T11:43:42.656" v="1197" actId="20577"/>
        <pc:sldMkLst>
          <pc:docMk/>
          <pc:sldMk cId="765405982" sldId="262"/>
        </pc:sldMkLst>
        <pc:spChg chg="mod">
          <ac:chgData name="세창 장" userId="55a988cc11fcfbce" providerId="LiveId" clId="{A15CC60B-0658-4DF7-96A7-AE703EFC098F}" dt="2025-11-10T11:41:44.577" v="1006"/>
          <ac:spMkLst>
            <pc:docMk/>
            <pc:sldMk cId="765405982" sldId="262"/>
            <ac:spMk id="2" creationId="{444C726D-9A40-D604-FCAB-5B427CADA518}"/>
          </ac:spMkLst>
        </pc:spChg>
        <pc:spChg chg="mod">
          <ac:chgData name="세창 장" userId="55a988cc11fcfbce" providerId="LiveId" clId="{A15CC60B-0658-4DF7-96A7-AE703EFC098F}" dt="2025-11-10T11:43:42.656" v="1197" actId="20577"/>
          <ac:spMkLst>
            <pc:docMk/>
            <pc:sldMk cId="765405982" sldId="262"/>
            <ac:spMk id="3" creationId="{12C0970C-3E73-22CB-6D91-ACDCB66B9DF0}"/>
          </ac:spMkLst>
        </pc:spChg>
        <pc:spChg chg="mod">
          <ac:chgData name="세창 장" userId="55a988cc11fcfbce" providerId="LiveId" clId="{A15CC60B-0658-4DF7-96A7-AE703EFC098F}" dt="2025-11-10T11:41:44.577" v="1006"/>
          <ac:spMkLst>
            <pc:docMk/>
            <pc:sldMk cId="765405982" sldId="262"/>
            <ac:spMk id="4" creationId="{3D3664F4-C0A8-E61B-46E6-99DE735C7B7D}"/>
          </ac:spMkLst>
        </pc:spChg>
      </pc:sldChg>
      <pc:sldChg chg="modSp add mod setBg">
        <pc:chgData name="세창 장" userId="55a988cc11fcfbce" providerId="LiveId" clId="{A15CC60B-0658-4DF7-96A7-AE703EFC098F}" dt="2025-11-14T07:34:38.664" v="1592" actId="20577"/>
        <pc:sldMkLst>
          <pc:docMk/>
          <pc:sldMk cId="3193882667" sldId="264"/>
        </pc:sldMkLst>
        <pc:spChg chg="mod">
          <ac:chgData name="세창 장" userId="55a988cc11fcfbce" providerId="LiveId" clId="{A15CC60B-0658-4DF7-96A7-AE703EFC098F}" dt="2025-11-14T07:34:38.664" v="1592" actId="20577"/>
          <ac:spMkLst>
            <pc:docMk/>
            <pc:sldMk cId="3193882667" sldId="264"/>
            <ac:spMk id="3" creationId="{755C45AA-D7AB-C288-7165-D52B1E7E7E0C}"/>
          </ac:spMkLst>
        </pc:spChg>
      </pc:sldChg>
      <pc:sldChg chg="addSp delSp modSp new mod">
        <pc:chgData name="세창 장" userId="55a988cc11fcfbce" providerId="LiveId" clId="{A15CC60B-0658-4DF7-96A7-AE703EFC098F}" dt="2025-11-10T11:41:44.577" v="1006"/>
        <pc:sldMkLst>
          <pc:docMk/>
          <pc:sldMk cId="2491545997" sldId="265"/>
        </pc:sldMkLst>
        <pc:spChg chg="mod">
          <ac:chgData name="세창 장" userId="55a988cc11fcfbce" providerId="LiveId" clId="{A15CC60B-0658-4DF7-96A7-AE703EFC098F}" dt="2025-11-10T11:33:04.425" v="846" actId="1076"/>
          <ac:spMkLst>
            <pc:docMk/>
            <pc:sldMk cId="2491545997" sldId="265"/>
            <ac:spMk id="2" creationId="{C62F2E1D-F9A6-5174-4B03-6796D4E688E4}"/>
          </ac:spMkLst>
        </pc:spChg>
        <pc:spChg chg="mod">
          <ac:chgData name="세창 장" userId="55a988cc11fcfbce" providerId="LiveId" clId="{A15CC60B-0658-4DF7-96A7-AE703EFC098F}" dt="2025-11-10T11:41:44.577" v="1006"/>
          <ac:spMkLst>
            <pc:docMk/>
            <pc:sldMk cId="2491545997" sldId="265"/>
            <ac:spMk id="4" creationId="{DB0BA867-A1CA-C896-8C8B-6EBDC4401BBB}"/>
          </ac:spMkLst>
        </pc:spChg>
        <pc:spChg chg="add mod">
          <ac:chgData name="세창 장" userId="55a988cc11fcfbce" providerId="LiveId" clId="{A15CC60B-0658-4DF7-96A7-AE703EFC098F}" dt="2025-11-10T11:38:03.930" v="939" actId="1076"/>
          <ac:spMkLst>
            <pc:docMk/>
            <pc:sldMk cId="2491545997" sldId="265"/>
            <ac:spMk id="9" creationId="{23DADC8A-43E9-B157-4599-7FC9AA0A73E0}"/>
          </ac:spMkLst>
        </pc:spChg>
        <pc:spChg chg="add mod">
          <ac:chgData name="세창 장" userId="55a988cc11fcfbce" providerId="LiveId" clId="{A15CC60B-0658-4DF7-96A7-AE703EFC098F}" dt="2025-11-10T11:37:54.913" v="935" actId="1076"/>
          <ac:spMkLst>
            <pc:docMk/>
            <pc:sldMk cId="2491545997" sldId="265"/>
            <ac:spMk id="10" creationId="{AD560D91-7A37-18EA-7E1F-4D3E1F9B32C3}"/>
          </ac:spMkLst>
        </pc:spChg>
        <pc:spChg chg="add mod">
          <ac:chgData name="세창 장" userId="55a988cc11fcfbce" providerId="LiveId" clId="{A15CC60B-0658-4DF7-96A7-AE703EFC098F}" dt="2025-11-10T11:38:22.929" v="969" actId="1076"/>
          <ac:spMkLst>
            <pc:docMk/>
            <pc:sldMk cId="2491545997" sldId="265"/>
            <ac:spMk id="13" creationId="{A96BDCCE-C95B-62A1-C786-5C51D4313EF5}"/>
          </ac:spMkLst>
        </pc:spChg>
        <pc:picChg chg="add mod modCrop">
          <ac:chgData name="세창 장" userId="55a988cc11fcfbce" providerId="LiveId" clId="{A15CC60B-0658-4DF7-96A7-AE703EFC098F}" dt="2025-11-10T11:37:53.721" v="934" actId="14100"/>
          <ac:picMkLst>
            <pc:docMk/>
            <pc:sldMk cId="2491545997" sldId="265"/>
            <ac:picMk id="6" creationId="{1AF70E23-1DFC-FFF7-AF67-84F05F35218E}"/>
          </ac:picMkLst>
        </pc:picChg>
        <pc:picChg chg="add mod modCrop">
          <ac:chgData name="세창 장" userId="55a988cc11fcfbce" providerId="LiveId" clId="{A15CC60B-0658-4DF7-96A7-AE703EFC098F}" dt="2025-11-10T11:38:03.930" v="939" actId="1076"/>
          <ac:picMkLst>
            <pc:docMk/>
            <pc:sldMk cId="2491545997" sldId="265"/>
            <ac:picMk id="8" creationId="{2772F0D7-18B2-500E-1227-B3FC2B343A17}"/>
          </ac:picMkLst>
        </pc:picChg>
        <pc:picChg chg="add mod modCrop">
          <ac:chgData name="세창 장" userId="55a988cc11fcfbce" providerId="LiveId" clId="{A15CC60B-0658-4DF7-96A7-AE703EFC098F}" dt="2025-11-10T11:38:22.929" v="969" actId="1076"/>
          <ac:picMkLst>
            <pc:docMk/>
            <pc:sldMk cId="2491545997" sldId="265"/>
            <ac:picMk id="12" creationId="{15A4EC6E-BE8E-86E5-3AFA-9DCB47FF7B9A}"/>
          </ac:picMkLst>
        </pc:picChg>
      </pc:sldChg>
      <pc:sldChg chg="addSp delSp modSp add mod">
        <pc:chgData name="세창 장" userId="55a988cc11fcfbce" providerId="LiveId" clId="{A15CC60B-0658-4DF7-96A7-AE703EFC098F}" dt="2025-11-10T11:41:44.577" v="1006"/>
        <pc:sldMkLst>
          <pc:docMk/>
          <pc:sldMk cId="3456407343" sldId="266"/>
        </pc:sldMkLst>
        <pc:spChg chg="mod">
          <ac:chgData name="세창 장" userId="55a988cc11fcfbce" providerId="LiveId" clId="{A15CC60B-0658-4DF7-96A7-AE703EFC098F}" dt="2025-11-10T11:36:11.225" v="890"/>
          <ac:spMkLst>
            <pc:docMk/>
            <pc:sldMk cId="3456407343" sldId="266"/>
            <ac:spMk id="2" creationId="{57A3F7F5-78A7-A3F1-5BF3-3EDE4CF4807A}"/>
          </ac:spMkLst>
        </pc:spChg>
        <pc:spChg chg="mod">
          <ac:chgData name="세창 장" userId="55a988cc11fcfbce" providerId="LiveId" clId="{A15CC60B-0658-4DF7-96A7-AE703EFC098F}" dt="2025-11-10T11:41:44.577" v="1006"/>
          <ac:spMkLst>
            <pc:docMk/>
            <pc:sldMk cId="3456407343" sldId="266"/>
            <ac:spMk id="4" creationId="{146E59CE-19B7-B219-6CA0-3E6C86ADC8B2}"/>
          </ac:spMkLst>
        </pc:spChg>
        <pc:spChg chg="mod">
          <ac:chgData name="세창 장" userId="55a988cc11fcfbce" providerId="LiveId" clId="{A15CC60B-0658-4DF7-96A7-AE703EFC098F}" dt="2025-11-10T11:39:04.020" v="985" actId="1076"/>
          <ac:spMkLst>
            <pc:docMk/>
            <pc:sldMk cId="3456407343" sldId="266"/>
            <ac:spMk id="9" creationId="{C0A9E067-9CA9-3BFA-013B-A267FF2B0A8D}"/>
          </ac:spMkLst>
        </pc:spChg>
        <pc:spChg chg="mod">
          <ac:chgData name="세창 장" userId="55a988cc11fcfbce" providerId="LiveId" clId="{A15CC60B-0658-4DF7-96A7-AE703EFC098F}" dt="2025-11-10T11:39:10.167" v="987" actId="1076"/>
          <ac:spMkLst>
            <pc:docMk/>
            <pc:sldMk cId="3456407343" sldId="266"/>
            <ac:spMk id="10" creationId="{AA948458-2862-B61B-DB22-7A6D8BBC6E61}"/>
          </ac:spMkLst>
        </pc:spChg>
        <pc:spChg chg="add mod">
          <ac:chgData name="세창 장" userId="55a988cc11fcfbce" providerId="LiveId" clId="{A15CC60B-0658-4DF7-96A7-AE703EFC098F}" dt="2025-11-10T11:39:32.100" v="994" actId="1076"/>
          <ac:spMkLst>
            <pc:docMk/>
            <pc:sldMk cId="3456407343" sldId="266"/>
            <ac:spMk id="14" creationId="{FE63108A-0208-E66D-637B-FB5EF5D2C234}"/>
          </ac:spMkLst>
        </pc:spChg>
        <pc:picChg chg="mod">
          <ac:chgData name="세창 장" userId="55a988cc11fcfbce" providerId="LiveId" clId="{A15CC60B-0658-4DF7-96A7-AE703EFC098F}" dt="2025-11-10T11:39:05.487" v="986" actId="1076"/>
          <ac:picMkLst>
            <pc:docMk/>
            <pc:sldMk cId="3456407343" sldId="266"/>
            <ac:picMk id="6" creationId="{9B33E7EF-52C1-57E5-5523-A4274161761C}"/>
          </ac:picMkLst>
        </pc:picChg>
        <pc:picChg chg="add mod modCrop">
          <ac:chgData name="세창 장" userId="55a988cc11fcfbce" providerId="LiveId" clId="{A15CC60B-0658-4DF7-96A7-AE703EFC098F}" dt="2025-11-10T11:39:00.254" v="984" actId="14100"/>
          <ac:picMkLst>
            <pc:docMk/>
            <pc:sldMk cId="3456407343" sldId="266"/>
            <ac:picMk id="11" creationId="{10AB9AC4-6015-9002-DE59-714A363EDE11}"/>
          </ac:picMkLst>
        </pc:picChg>
        <pc:picChg chg="add mod">
          <ac:chgData name="세창 장" userId="55a988cc11fcfbce" providerId="LiveId" clId="{A15CC60B-0658-4DF7-96A7-AE703EFC098F}" dt="2025-11-10T11:39:32.100" v="994" actId="1076"/>
          <ac:picMkLst>
            <pc:docMk/>
            <pc:sldMk cId="3456407343" sldId="266"/>
            <ac:picMk id="16" creationId="{E38F9CEC-5954-9A70-E28C-A0EC580785F5}"/>
          </ac:picMkLst>
        </pc:picChg>
      </pc:sldChg>
      <pc:sldChg chg="addSp delSp modSp new mod setBg delDesignElem">
        <pc:chgData name="세창 장" userId="55a988cc11fcfbce" providerId="LiveId" clId="{A15CC60B-0658-4DF7-96A7-AE703EFC098F}" dt="2025-11-10T11:42:05.180" v="1028" actId="5793"/>
        <pc:sldMkLst>
          <pc:docMk/>
          <pc:sldMk cId="2465141348" sldId="267"/>
        </pc:sldMkLst>
        <pc:spChg chg="mod">
          <ac:chgData name="세창 장" userId="55a988cc11fcfbce" providerId="LiveId" clId="{A15CC60B-0658-4DF7-96A7-AE703EFC098F}" dt="2025-11-10T11:41:38.550" v="1002" actId="26606"/>
          <ac:spMkLst>
            <pc:docMk/>
            <pc:sldMk cId="2465141348" sldId="267"/>
            <ac:spMk id="4" creationId="{A222BBC3-556C-AF4E-DEBC-46CE2F202155}"/>
          </ac:spMkLst>
        </pc:spChg>
        <pc:spChg chg="add mod">
          <ac:chgData name="세창 장" userId="55a988cc11fcfbce" providerId="LiveId" clId="{A15CC60B-0658-4DF7-96A7-AE703EFC098F}" dt="2025-11-10T11:42:05.180" v="1028" actId="5793"/>
          <ac:spMkLst>
            <pc:docMk/>
            <pc:sldMk cId="2465141348" sldId="267"/>
            <ac:spMk id="7" creationId="{11861FF2-7078-535E-41D6-7FF56F471DC9}"/>
          </ac:spMkLst>
        </pc:spChg>
        <pc:picChg chg="add mod">
          <ac:chgData name="세창 장" userId="55a988cc11fcfbce" providerId="LiveId" clId="{A15CC60B-0658-4DF7-96A7-AE703EFC098F}" dt="2025-11-10T11:41:51.131" v="1011" actId="1076"/>
          <ac:picMkLst>
            <pc:docMk/>
            <pc:sldMk cId="2465141348" sldId="267"/>
            <ac:picMk id="6" creationId="{7C2C13D3-6D18-1C62-6CA9-5250DCCFD7DB}"/>
          </ac:picMkLst>
        </pc:picChg>
      </pc:sldChg>
      <pc:sldChg chg="addSp modSp new mod">
        <pc:chgData name="세창 장" userId="55a988cc11fcfbce" providerId="LiveId" clId="{A15CC60B-0658-4DF7-96A7-AE703EFC098F}" dt="2025-11-14T07:34:25.998" v="1579" actId="20577"/>
        <pc:sldMkLst>
          <pc:docMk/>
          <pc:sldMk cId="2985125545" sldId="268"/>
        </pc:sldMkLst>
        <pc:spChg chg="mod">
          <ac:chgData name="세창 장" userId="55a988cc11fcfbce" providerId="LiveId" clId="{A15CC60B-0658-4DF7-96A7-AE703EFC098F}" dt="2025-11-10T11:44:43.442" v="1229" actId="20577"/>
          <ac:spMkLst>
            <pc:docMk/>
            <pc:sldMk cId="2985125545" sldId="268"/>
            <ac:spMk id="2" creationId="{D151E026-57EC-2419-3ADF-6D02A0BC4CEC}"/>
          </ac:spMkLst>
        </pc:spChg>
        <pc:spChg chg="mod">
          <ac:chgData name="세창 장" userId="55a988cc11fcfbce" providerId="LiveId" clId="{A15CC60B-0658-4DF7-96A7-AE703EFC098F}" dt="2025-11-14T07:34:25.998" v="1579" actId="20577"/>
          <ac:spMkLst>
            <pc:docMk/>
            <pc:sldMk cId="2985125545" sldId="268"/>
            <ac:spMk id="3" creationId="{38F327E3-693B-A269-4856-B198A3669DD4}"/>
          </ac:spMkLst>
        </pc:spChg>
        <pc:picChg chg="add mod">
          <ac:chgData name="세창 장" userId="55a988cc11fcfbce" providerId="LiveId" clId="{A15CC60B-0658-4DF7-96A7-AE703EFC098F}" dt="2025-11-14T07:34:17.916" v="1545" actId="1076"/>
          <ac:picMkLst>
            <pc:docMk/>
            <pc:sldMk cId="2985125545" sldId="268"/>
            <ac:picMk id="6" creationId="{B718BA15-A3D8-B074-9B3B-BE224A2ACD89}"/>
          </ac:picMkLst>
        </pc:picChg>
      </pc:sldChg>
    </pc:docChg>
  </pc:docChgLst>
  <pc:docChgLst>
    <pc:chgData name="세창 장" userId="55a988cc11fcfbce" providerId="LiveId" clId="{5799C552-3C7C-5496-AE04-B8092A02BB60}"/>
    <pc:docChg chg="undo custSel modSld">
      <pc:chgData name="세창 장" userId="55a988cc11fcfbce" providerId="LiveId" clId="{5799C552-3C7C-5496-AE04-B8092A02BB60}" dt="2025-11-16T12:49:51.891" v="469" actId="27636"/>
      <pc:docMkLst>
        <pc:docMk/>
      </pc:docMkLst>
      <pc:sldChg chg="modSp mod">
        <pc:chgData name="세창 장" userId="55a988cc11fcfbce" providerId="LiveId" clId="{5799C552-3C7C-5496-AE04-B8092A02BB60}" dt="2025-11-16T12:49:39.968" v="453" actId="20577"/>
        <pc:sldMkLst>
          <pc:docMk/>
          <pc:sldMk cId="2535297234" sldId="258"/>
        </pc:sldMkLst>
        <pc:spChg chg="mod">
          <ac:chgData name="세창 장" userId="55a988cc11fcfbce" providerId="LiveId" clId="{5799C552-3C7C-5496-AE04-B8092A02BB60}" dt="2025-11-16T12:49:39.968" v="453" actId="20577"/>
          <ac:spMkLst>
            <pc:docMk/>
            <pc:sldMk cId="2535297234" sldId="258"/>
            <ac:spMk id="3" creationId="{EECE4A0A-47DB-E277-8A1A-1FA632107B2B}"/>
          </ac:spMkLst>
        </pc:spChg>
      </pc:sldChg>
      <pc:sldChg chg="modSp mod">
        <pc:chgData name="세창 장" userId="55a988cc11fcfbce" providerId="LiveId" clId="{5799C552-3C7C-5496-AE04-B8092A02BB60}" dt="2025-11-16T12:46:30.137" v="387" actId="1038"/>
        <pc:sldMkLst>
          <pc:docMk/>
          <pc:sldMk cId="643743932" sldId="261"/>
        </pc:sldMkLst>
        <pc:spChg chg="mod">
          <ac:chgData name="세창 장" userId="55a988cc11fcfbce" providerId="LiveId" clId="{5799C552-3C7C-5496-AE04-B8092A02BB60}" dt="2025-11-16T12:45:38.675" v="353" actId="20577"/>
          <ac:spMkLst>
            <pc:docMk/>
            <pc:sldMk cId="643743932" sldId="261"/>
            <ac:spMk id="3" creationId="{FB739DFF-0851-C47A-3B4F-E84E4C022CE8}"/>
          </ac:spMkLst>
        </pc:spChg>
        <pc:spChg chg="mod">
          <ac:chgData name="세창 장" userId="55a988cc11fcfbce" providerId="LiveId" clId="{5799C552-3C7C-5496-AE04-B8092A02BB60}" dt="2025-11-16T12:46:30.137" v="387" actId="1038"/>
          <ac:spMkLst>
            <pc:docMk/>
            <pc:sldMk cId="643743932" sldId="261"/>
            <ac:spMk id="8" creationId="{E530F666-ED9B-1A12-8B7A-277346C66B4D}"/>
          </ac:spMkLst>
        </pc:spChg>
      </pc:sldChg>
      <pc:sldChg chg="modSp mod">
        <pc:chgData name="세창 장" userId="55a988cc11fcfbce" providerId="LiveId" clId="{5799C552-3C7C-5496-AE04-B8092A02BB60}" dt="2025-11-16T12:49:51.891" v="469" actId="27636"/>
        <pc:sldMkLst>
          <pc:docMk/>
          <pc:sldMk cId="3193882667" sldId="264"/>
        </pc:sldMkLst>
        <pc:spChg chg="mod">
          <ac:chgData name="세창 장" userId="55a988cc11fcfbce" providerId="LiveId" clId="{5799C552-3C7C-5496-AE04-B8092A02BB60}" dt="2025-11-16T12:49:51.891" v="469" actId="27636"/>
          <ac:spMkLst>
            <pc:docMk/>
            <pc:sldMk cId="3193882667" sldId="264"/>
            <ac:spMk id="3" creationId="{755C45AA-D7AB-C288-7165-D52B1E7E7E0C}"/>
          </ac:spMkLst>
        </pc:spChg>
      </pc:sldChg>
      <pc:sldChg chg="modSp mod">
        <pc:chgData name="세창 장" userId="55a988cc11fcfbce" providerId="LiveId" clId="{5799C552-3C7C-5496-AE04-B8092A02BB60}" dt="2025-11-16T09:19:00.031" v="180" actId="20577"/>
        <pc:sldMkLst>
          <pc:docMk/>
          <pc:sldMk cId="2985125545" sldId="268"/>
        </pc:sldMkLst>
        <pc:spChg chg="mod">
          <ac:chgData name="세창 장" userId="55a988cc11fcfbce" providerId="LiveId" clId="{5799C552-3C7C-5496-AE04-B8092A02BB60}" dt="2025-11-16T09:19:00.031" v="180" actId="20577"/>
          <ac:spMkLst>
            <pc:docMk/>
            <pc:sldMk cId="2985125545" sldId="268"/>
            <ac:spMk id="3" creationId="{38F327E3-693B-A269-4856-B198A3669DD4}"/>
          </ac:spMkLst>
        </pc:spChg>
        <pc:picChg chg="mod">
          <ac:chgData name="세창 장" userId="55a988cc11fcfbce" providerId="LiveId" clId="{5799C552-3C7C-5496-AE04-B8092A02BB60}" dt="2025-11-16T09:16:28.803" v="8" actId="1076"/>
          <ac:picMkLst>
            <pc:docMk/>
            <pc:sldMk cId="2985125545" sldId="268"/>
            <ac:picMk id="6" creationId="{B718BA15-A3D8-B074-9B3B-BE224A2ACD8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698A37-EB8B-4D2C-A2AE-2A024A5AD646}" type="datetimeFigureOut">
              <a:rPr lang="ko-KR" altLang="en-US" smtClean="0"/>
              <a:t>2025-11-18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61F0D-186A-4E11-98AA-0D19B9CE6E10}" type="slidenum">
              <a:rPr lang="ko-KR" altLang="en-US" smtClean="0"/>
              <a:t>‹#›</a:t>
            </a:fld>
            <a:endParaRPr lang="ko-KR" altLang="en-US"/>
          </a:p>
        </p:txBody>
      </p:sp>
    </p:spTree>
    <p:extLst>
      <p:ext uri="{BB962C8B-B14F-4D97-AF65-F5344CB8AC3E}">
        <p14:creationId xmlns:p14="http://schemas.microsoft.com/office/powerpoint/2010/main" val="416274444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E53E2D76-C9E4-4409-AC0C-C107B7BAC3FF}" type="datetime1">
              <a:rPr lang="ko-KR" altLang="en-US" smtClean="0"/>
              <a:t>2025-11-18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3524152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A054A861-0B25-4854-97CB-2D48A98C680C}" type="datetime1">
              <a:rPr lang="ko-KR" altLang="en-US" smtClean="0"/>
              <a:t>2025-11-18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1445448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ECB573D0-2A07-4E6C-B1DE-2DC0FE8C767E}" type="datetime1">
              <a:rPr lang="ko-KR" altLang="en-US" smtClean="0"/>
              <a:t>2025-11-18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2641929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C0CC18F8-B4DF-49AC-9335-CD642008FA22}" type="datetime1">
              <a:rPr lang="ko-KR" altLang="en-US" smtClean="0"/>
              <a:t>2025-11-18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1611461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3C69FFCF-52CD-4B46-982B-20BDC72CA559}" type="datetime1">
              <a:rPr lang="ko-KR" altLang="en-US" smtClean="0"/>
              <a:t>2025-11-18</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1872408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A7E80436-4CDA-41A3-AE5D-362AAEC94A49}" type="datetime1">
              <a:rPr lang="ko-KR" altLang="en-US" smtClean="0"/>
              <a:t>2025-11-18</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1231444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AE6AE5-AED4-41E9-91B3-419A309577A3}" type="datetime1">
              <a:rPr lang="ko-KR" altLang="en-US" smtClean="0"/>
              <a:t>2025-11-18</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1058173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A05966C2-2213-4958-9645-82A8A1621DAA}" type="datetime1">
              <a:rPr lang="ko-KR" altLang="en-US" smtClean="0"/>
              <a:t>2025-11-18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4023531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63A8DDA0-0849-4DB6-B951-3E65094A4FA3}" type="datetime1">
              <a:rPr lang="ko-KR" altLang="en-US" smtClean="0"/>
              <a:t>2025-11-18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2956378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BE76396E-BDAF-4AA1-AAA6-6F98ED5A922C}" type="datetime1">
              <a:rPr lang="ko-KR" altLang="en-US" smtClean="0"/>
              <a:t>2025-11-18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2077602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B6A349DF-014B-4CC4-9463-AFECB212104D}" type="datetime1">
              <a:rPr lang="ko-KR" altLang="en-US" smtClean="0"/>
              <a:t>2025-11-18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509912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6FA88A-AF59-41B5-BC6D-9F60C6C1FE02}" type="datetime1">
              <a:rPr lang="ko-KR" altLang="en-US" smtClean="0"/>
              <a:t>2025-11-18</a:t>
            </a:fld>
            <a:endParaRPr lang="ko-KR"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C1BB5D-EF82-4DB3-9DC5-8EF598758AF6}" type="slidenum">
              <a:rPr lang="ko-KR" altLang="en-US" smtClean="0"/>
              <a:t>‹#›</a:t>
            </a:fld>
            <a:endParaRPr lang="ko-KR" altLang="en-US"/>
          </a:p>
        </p:txBody>
      </p:sp>
    </p:spTree>
    <p:extLst>
      <p:ext uri="{BB962C8B-B14F-4D97-AF65-F5344CB8AC3E}">
        <p14:creationId xmlns:p14="http://schemas.microsoft.com/office/powerpoint/2010/main" val="216487294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1A8EFE7-7354-280A-CFD9-6475228D31A8}"/>
              </a:ext>
            </a:extLst>
          </p:cNvPr>
          <p:cNvSpPr>
            <a:spLocks noGrp="1"/>
          </p:cNvSpPr>
          <p:nvPr>
            <p:ph type="ctrTitle"/>
          </p:nvPr>
        </p:nvSpPr>
        <p:spPr>
          <a:xfrm>
            <a:off x="1523999" y="1122363"/>
            <a:ext cx="9405445" cy="2387600"/>
          </a:xfrm>
        </p:spPr>
        <p:txBody>
          <a:bodyPr>
            <a:normAutofit/>
          </a:bodyPr>
          <a:lstStyle/>
          <a:p>
            <a:r>
              <a:rPr lang="en-US" altLang="ko-KR" dirty="0"/>
              <a:t>Practical Guidelines for Tests through </a:t>
            </a:r>
            <a:r>
              <a:rPr lang="en-US" altLang="ko-KR" dirty="0" err="1"/>
              <a:t>Safehome</a:t>
            </a:r>
            <a:r>
              <a:rPr lang="en-US" altLang="ko-KR" dirty="0"/>
              <a:t> Example</a:t>
            </a:r>
            <a:endParaRPr lang="ko-KR" altLang="en-US" dirty="0"/>
          </a:p>
        </p:txBody>
      </p:sp>
      <p:sp>
        <p:nvSpPr>
          <p:cNvPr id="3" name="부제목 2">
            <a:extLst>
              <a:ext uri="{FF2B5EF4-FFF2-40B4-BE49-F238E27FC236}">
                <a16:creationId xmlns:a16="http://schemas.microsoft.com/office/drawing/2014/main" id="{3D06785F-D009-2ECF-2E88-6AAD18B1A6C9}"/>
              </a:ext>
            </a:extLst>
          </p:cNvPr>
          <p:cNvSpPr>
            <a:spLocks noGrp="1"/>
          </p:cNvSpPr>
          <p:nvPr>
            <p:ph type="subTitle" idx="1"/>
          </p:nvPr>
        </p:nvSpPr>
        <p:spPr>
          <a:xfrm>
            <a:off x="1523999" y="3921289"/>
            <a:ext cx="9144000" cy="1655762"/>
          </a:xfrm>
        </p:spPr>
        <p:txBody>
          <a:bodyPr/>
          <a:lstStyle/>
          <a:p>
            <a:r>
              <a:rPr lang="en-US" altLang="ko-KR" dirty="0"/>
              <a:t>Moonzoo Kim</a:t>
            </a:r>
          </a:p>
          <a:p>
            <a:r>
              <a:rPr lang="en-US" altLang="ko-KR" dirty="0"/>
              <a:t>SoC KAIST</a:t>
            </a:r>
            <a:endParaRPr lang="ko-KR" altLang="en-US" dirty="0"/>
          </a:p>
        </p:txBody>
      </p:sp>
      <p:sp>
        <p:nvSpPr>
          <p:cNvPr id="4" name="슬라이드 번호 개체 틀 3">
            <a:extLst>
              <a:ext uri="{FF2B5EF4-FFF2-40B4-BE49-F238E27FC236}">
                <a16:creationId xmlns:a16="http://schemas.microsoft.com/office/drawing/2014/main" id="{BCC2E96C-9062-C9A3-F132-81F83F974EAB}"/>
              </a:ext>
            </a:extLst>
          </p:cNvPr>
          <p:cNvSpPr>
            <a:spLocks noGrp="1"/>
          </p:cNvSpPr>
          <p:nvPr>
            <p:ph type="sldNum" sz="quarter" idx="12"/>
          </p:nvPr>
        </p:nvSpPr>
        <p:spPr/>
        <p:txBody>
          <a:bodyPr/>
          <a:lstStyle/>
          <a:p>
            <a:fld id="{30C1BB5D-EF82-4DB3-9DC5-8EF598758AF6}" type="slidenum">
              <a:rPr lang="ko-KR" altLang="en-US" smtClean="0"/>
              <a:t>1</a:t>
            </a:fld>
            <a:endParaRPr lang="ko-KR" altLang="en-US"/>
          </a:p>
        </p:txBody>
      </p:sp>
    </p:spTree>
    <p:extLst>
      <p:ext uri="{BB962C8B-B14F-4D97-AF65-F5344CB8AC3E}">
        <p14:creationId xmlns:p14="http://schemas.microsoft.com/office/powerpoint/2010/main" val="468735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0E7FDE-DE31-AB8F-BDDD-5CA7BBB5CC28}"/>
              </a:ext>
            </a:extLst>
          </p:cNvPr>
          <p:cNvSpPr>
            <a:spLocks noGrp="1"/>
          </p:cNvSpPr>
          <p:nvPr>
            <p:ph type="title"/>
          </p:nvPr>
        </p:nvSpPr>
        <p:spPr/>
        <p:txBody>
          <a:bodyPr/>
          <a:lstStyle/>
          <a:p>
            <a:r>
              <a:rPr lang="en-US" altLang="ko-KR" dirty="0"/>
              <a:t>General Guidelines for Tests  </a:t>
            </a:r>
            <a:endParaRPr lang="ko-KR" altLang="en-US" dirty="0"/>
          </a:p>
        </p:txBody>
      </p:sp>
      <p:sp>
        <p:nvSpPr>
          <p:cNvPr id="3" name="내용 개체 틀 2">
            <a:extLst>
              <a:ext uri="{FF2B5EF4-FFF2-40B4-BE49-F238E27FC236}">
                <a16:creationId xmlns:a16="http://schemas.microsoft.com/office/drawing/2014/main" id="{44FD67D4-1875-C14D-FBA5-915C150798A8}"/>
              </a:ext>
            </a:extLst>
          </p:cNvPr>
          <p:cNvSpPr>
            <a:spLocks noGrp="1"/>
          </p:cNvSpPr>
          <p:nvPr>
            <p:ph idx="1"/>
          </p:nvPr>
        </p:nvSpPr>
        <p:spPr>
          <a:xfrm>
            <a:off x="838200" y="1849270"/>
            <a:ext cx="10012417" cy="4803775"/>
          </a:xfrm>
        </p:spPr>
        <p:txBody>
          <a:bodyPr>
            <a:normAutofit fontScale="92500" lnSpcReduction="20000"/>
          </a:bodyPr>
          <a:lstStyle/>
          <a:p>
            <a:pPr>
              <a:lnSpc>
                <a:spcPct val="120000"/>
              </a:lnSpc>
            </a:pPr>
            <a:r>
              <a:rPr lang="en-US" altLang="ko-KR" sz="2400" dirty="0"/>
              <a:t>Tests should be carefully designed based on SRS, SDS, and the implementation.  </a:t>
            </a:r>
          </a:p>
          <a:p>
            <a:pPr>
              <a:lnSpc>
                <a:spcPct val="120000"/>
              </a:lnSpc>
            </a:pPr>
            <a:r>
              <a:rPr lang="en-US" altLang="ko-KR" sz="2400" dirty="0"/>
              <a:t>Design tests of various levels based on SRS/SDS as follows (but, not limited to)</a:t>
            </a:r>
          </a:p>
          <a:p>
            <a:pPr lvl="1">
              <a:lnSpc>
                <a:spcPct val="120000"/>
              </a:lnSpc>
            </a:pPr>
            <a:r>
              <a:rPr lang="en-US" altLang="ko-KR" sz="2000" dirty="0"/>
              <a:t>Unit tests: based on state diagrams, class diagrams (and implicitly based on CRC cards and sequence diagrams) </a:t>
            </a:r>
          </a:p>
          <a:p>
            <a:pPr lvl="1">
              <a:lnSpc>
                <a:spcPct val="120000"/>
              </a:lnSpc>
            </a:pPr>
            <a:r>
              <a:rPr lang="en-US" altLang="ko-KR" sz="2000" dirty="0"/>
              <a:t>Integration tests: class diagrams, CRC cards, and sequence diagrams</a:t>
            </a:r>
          </a:p>
          <a:p>
            <a:pPr lvl="1">
              <a:lnSpc>
                <a:spcPct val="120000"/>
              </a:lnSpc>
            </a:pPr>
            <a:r>
              <a:rPr lang="en-US" altLang="ko-KR" sz="2000" dirty="0"/>
              <a:t>System-level tests: based on CRC cards, sequence diagrams and use case scenarios </a:t>
            </a:r>
          </a:p>
          <a:p>
            <a:pPr>
              <a:lnSpc>
                <a:spcPct val="120000"/>
              </a:lnSpc>
            </a:pPr>
            <a:r>
              <a:rPr lang="en-US" altLang="ko-KR" sz="2400" dirty="0"/>
              <a:t>Test documents should refer to corresponding requirements and designs, if any.</a:t>
            </a:r>
          </a:p>
          <a:p>
            <a:pPr>
              <a:lnSpc>
                <a:spcPct val="120000"/>
              </a:lnSpc>
            </a:pPr>
            <a:r>
              <a:rPr lang="en-US" altLang="ko-KR" sz="2400" dirty="0"/>
              <a:t>At the same time, try your best to make </a:t>
            </a:r>
            <a:r>
              <a:rPr lang="en-US" altLang="ko-KR" sz="2400" dirty="0">
                <a:solidFill>
                  <a:srgbClr val="FF0000"/>
                </a:solidFill>
              </a:rPr>
              <a:t>unexpected, exceptional, corner case tests </a:t>
            </a:r>
            <a:r>
              <a:rPr lang="en-US" altLang="ko-KR" sz="2400" dirty="0"/>
              <a:t>to detect hidden corner case bugs (</a:t>
            </a:r>
            <a:r>
              <a:rPr lang="en-US" altLang="ko-KR" sz="2400" dirty="0" err="1"/>
              <a:t>i.g.</a:t>
            </a:r>
            <a:r>
              <a:rPr lang="en-US" altLang="ko-KR" sz="2400" dirty="0"/>
              <a:t>, by generating random inputs, or fuzzed input, etc.)</a:t>
            </a:r>
          </a:p>
          <a:p>
            <a:pPr>
              <a:lnSpc>
                <a:spcPct val="120000"/>
              </a:lnSpc>
            </a:pPr>
            <a:r>
              <a:rPr lang="en-US" altLang="ko-KR" sz="2400" dirty="0"/>
              <a:t>Usually, test code file (e.g., test_xx.py) should be separated from target source code file for better maintenance.</a:t>
            </a:r>
          </a:p>
          <a:p>
            <a:pPr>
              <a:lnSpc>
                <a:spcPct val="120000"/>
              </a:lnSpc>
            </a:pPr>
            <a:endParaRPr lang="en-US" altLang="ko-KR" sz="2400" dirty="0"/>
          </a:p>
          <a:p>
            <a:pPr>
              <a:lnSpc>
                <a:spcPct val="120000"/>
              </a:lnSpc>
            </a:pPr>
            <a:endParaRPr lang="en-US" altLang="ko-KR" sz="2400" dirty="0"/>
          </a:p>
        </p:txBody>
      </p:sp>
      <p:sp>
        <p:nvSpPr>
          <p:cNvPr id="4" name="슬라이드 번호 개체 틀 3">
            <a:extLst>
              <a:ext uri="{FF2B5EF4-FFF2-40B4-BE49-F238E27FC236}">
                <a16:creationId xmlns:a16="http://schemas.microsoft.com/office/drawing/2014/main" id="{D6E8026C-190B-F6B3-7C6A-3682D42DA2CD}"/>
              </a:ext>
            </a:extLst>
          </p:cNvPr>
          <p:cNvSpPr>
            <a:spLocks noGrp="1"/>
          </p:cNvSpPr>
          <p:nvPr>
            <p:ph type="sldNum" sz="quarter" idx="12"/>
          </p:nvPr>
        </p:nvSpPr>
        <p:spPr/>
        <p:txBody>
          <a:bodyPr/>
          <a:lstStyle/>
          <a:p>
            <a:fld id="{30C1BB5D-EF82-4DB3-9DC5-8EF598758AF6}" type="slidenum">
              <a:rPr lang="ko-KR" altLang="en-US" smtClean="0"/>
              <a:t>2</a:t>
            </a:fld>
            <a:endParaRPr lang="ko-KR" altLang="en-US"/>
          </a:p>
        </p:txBody>
      </p:sp>
    </p:spTree>
    <p:extLst>
      <p:ext uri="{BB962C8B-B14F-4D97-AF65-F5344CB8AC3E}">
        <p14:creationId xmlns:p14="http://schemas.microsoft.com/office/powerpoint/2010/main" val="220690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0E7FDE-DE31-AB8F-BDDD-5CA7BBB5CC28}"/>
              </a:ext>
            </a:extLst>
          </p:cNvPr>
          <p:cNvSpPr>
            <a:spLocks noGrp="1"/>
          </p:cNvSpPr>
          <p:nvPr>
            <p:ph type="title"/>
          </p:nvPr>
        </p:nvSpPr>
        <p:spPr/>
        <p:txBody>
          <a:bodyPr/>
          <a:lstStyle/>
          <a:p>
            <a:r>
              <a:rPr lang="en-US" altLang="ko-KR" dirty="0"/>
              <a:t>General Guidelines for Unit Tests</a:t>
            </a:r>
            <a:endParaRPr lang="ko-KR" altLang="en-US" dirty="0"/>
          </a:p>
        </p:txBody>
      </p:sp>
      <p:sp>
        <p:nvSpPr>
          <p:cNvPr id="3" name="내용 개체 틀 2">
            <a:extLst>
              <a:ext uri="{FF2B5EF4-FFF2-40B4-BE49-F238E27FC236}">
                <a16:creationId xmlns:a16="http://schemas.microsoft.com/office/drawing/2014/main" id="{44FD67D4-1875-C14D-FBA5-915C150798A8}"/>
              </a:ext>
            </a:extLst>
          </p:cNvPr>
          <p:cNvSpPr>
            <a:spLocks noGrp="1"/>
          </p:cNvSpPr>
          <p:nvPr>
            <p:ph idx="1"/>
          </p:nvPr>
        </p:nvSpPr>
        <p:spPr>
          <a:xfrm>
            <a:off x="838200" y="1825625"/>
            <a:ext cx="10367141" cy="4351338"/>
          </a:xfrm>
        </p:spPr>
        <p:txBody>
          <a:bodyPr>
            <a:normAutofit/>
          </a:bodyPr>
          <a:lstStyle/>
          <a:p>
            <a:pPr>
              <a:lnSpc>
                <a:spcPct val="110000"/>
              </a:lnSpc>
            </a:pPr>
            <a:r>
              <a:rPr lang="en-US" altLang="ko-KR" dirty="0"/>
              <a:t>You are expected to generate at least one unit test for every method in your target system </a:t>
            </a:r>
          </a:p>
          <a:p>
            <a:pPr lvl="1">
              <a:lnSpc>
                <a:spcPct val="110000"/>
              </a:lnSpc>
            </a:pPr>
            <a:r>
              <a:rPr lang="en-US" altLang="ko-KR" dirty="0"/>
              <a:t>but not for a method in 3</a:t>
            </a:r>
            <a:r>
              <a:rPr lang="en-US" altLang="ko-KR" baseline="30000" dirty="0"/>
              <a:t>rd</a:t>
            </a:r>
            <a:r>
              <a:rPr lang="en-US" altLang="ko-KR" dirty="0"/>
              <a:t> party library (e.g., the virtual device in </a:t>
            </a:r>
            <a:r>
              <a:rPr lang="en-US" altLang="ko-KR" dirty="0" err="1"/>
              <a:t>safehome</a:t>
            </a:r>
            <a:r>
              <a:rPr lang="en-US" altLang="ko-KR" dirty="0"/>
              <a:t>)</a:t>
            </a:r>
          </a:p>
          <a:p>
            <a:pPr>
              <a:lnSpc>
                <a:spcPct val="110000"/>
              </a:lnSpc>
            </a:pPr>
            <a:endParaRPr lang="en-US" altLang="ko-KR" dirty="0"/>
          </a:p>
          <a:p>
            <a:pPr>
              <a:lnSpc>
                <a:spcPct val="110000"/>
              </a:lnSpc>
            </a:pPr>
            <a:r>
              <a:rPr lang="en-US" altLang="ko-KR" dirty="0"/>
              <a:t>A unit test usually means a test method that </a:t>
            </a:r>
          </a:p>
          <a:p>
            <a:pPr lvl="1">
              <a:lnSpc>
                <a:spcPct val="110000"/>
              </a:lnSpc>
            </a:pPr>
            <a:r>
              <a:rPr lang="en-US" altLang="ko-KR" dirty="0"/>
              <a:t>does not have parameters (i.e., 1 unit test per 1 specific input value), and </a:t>
            </a:r>
          </a:p>
          <a:p>
            <a:pPr lvl="1">
              <a:lnSpc>
                <a:spcPct val="110000"/>
              </a:lnSpc>
            </a:pPr>
            <a:r>
              <a:rPr lang="en-US" altLang="ko-KR" dirty="0"/>
              <a:t>has </a:t>
            </a:r>
            <a:r>
              <a:rPr lang="en-US" altLang="ko-KR" dirty="0">
                <a:latin typeface="Courier New" panose="02070309020205020404" pitchFamily="49" charset="0"/>
                <a:cs typeface="Courier New" panose="02070309020205020404" pitchFamily="49" charset="0"/>
              </a:rPr>
              <a:t>assert</a:t>
            </a:r>
            <a:r>
              <a:rPr lang="en-US" altLang="ko-KR" dirty="0"/>
              <a:t> statement(s) at (the end of) the test method </a:t>
            </a:r>
            <a:endParaRPr lang="ko-KR" altLang="en-US" dirty="0"/>
          </a:p>
        </p:txBody>
      </p:sp>
      <p:sp>
        <p:nvSpPr>
          <p:cNvPr id="4" name="슬라이드 번호 개체 틀 3">
            <a:extLst>
              <a:ext uri="{FF2B5EF4-FFF2-40B4-BE49-F238E27FC236}">
                <a16:creationId xmlns:a16="http://schemas.microsoft.com/office/drawing/2014/main" id="{D6E8026C-190B-F6B3-7C6A-3682D42DA2CD}"/>
              </a:ext>
            </a:extLst>
          </p:cNvPr>
          <p:cNvSpPr>
            <a:spLocks noGrp="1"/>
          </p:cNvSpPr>
          <p:nvPr>
            <p:ph type="sldNum" sz="quarter" idx="12"/>
          </p:nvPr>
        </p:nvSpPr>
        <p:spPr/>
        <p:txBody>
          <a:bodyPr/>
          <a:lstStyle/>
          <a:p>
            <a:fld id="{30C1BB5D-EF82-4DB3-9DC5-8EF598758AF6}" type="slidenum">
              <a:rPr lang="ko-KR" altLang="en-US" smtClean="0"/>
              <a:t>3</a:t>
            </a:fld>
            <a:endParaRPr lang="ko-KR" altLang="en-US"/>
          </a:p>
        </p:txBody>
      </p:sp>
    </p:spTree>
    <p:extLst>
      <p:ext uri="{BB962C8B-B14F-4D97-AF65-F5344CB8AC3E}">
        <p14:creationId xmlns:p14="http://schemas.microsoft.com/office/powerpoint/2010/main" val="3002062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그림 11">
            <a:extLst>
              <a:ext uri="{FF2B5EF4-FFF2-40B4-BE49-F238E27FC236}">
                <a16:creationId xmlns:a16="http://schemas.microsoft.com/office/drawing/2014/main" id="{DF618A36-8052-36BF-95AE-2165082CFF6A}"/>
              </a:ext>
            </a:extLst>
          </p:cNvPr>
          <p:cNvPicPr>
            <a:picLocks noChangeAspect="1"/>
          </p:cNvPicPr>
          <p:nvPr/>
        </p:nvPicPr>
        <p:blipFill>
          <a:blip r:embed="rId2"/>
          <a:stretch>
            <a:fillRect/>
          </a:stretch>
        </p:blipFill>
        <p:spPr>
          <a:xfrm>
            <a:off x="7232169" y="630621"/>
            <a:ext cx="4959831" cy="6227379"/>
          </a:xfrm>
          <a:prstGeom prst="rect">
            <a:avLst/>
          </a:prstGeom>
        </p:spPr>
      </p:pic>
      <p:sp>
        <p:nvSpPr>
          <p:cNvPr id="2" name="제목 1">
            <a:extLst>
              <a:ext uri="{FF2B5EF4-FFF2-40B4-BE49-F238E27FC236}">
                <a16:creationId xmlns:a16="http://schemas.microsoft.com/office/drawing/2014/main" id="{A2D5DE60-CF0E-5D24-7A1B-3813B2DDD1B4}"/>
              </a:ext>
            </a:extLst>
          </p:cNvPr>
          <p:cNvSpPr>
            <a:spLocks noGrp="1"/>
          </p:cNvSpPr>
          <p:nvPr>
            <p:ph type="title"/>
          </p:nvPr>
        </p:nvSpPr>
        <p:spPr/>
        <p:txBody>
          <a:bodyPr/>
          <a:lstStyle/>
          <a:p>
            <a:r>
              <a:rPr lang="en-US" altLang="ko-KR" dirty="0"/>
              <a:t>Unit Test Example</a:t>
            </a:r>
            <a:endParaRPr lang="ko-KR" altLang="en-US" dirty="0"/>
          </a:p>
        </p:txBody>
      </p:sp>
      <p:sp>
        <p:nvSpPr>
          <p:cNvPr id="3" name="내용 개체 틀 2">
            <a:extLst>
              <a:ext uri="{FF2B5EF4-FFF2-40B4-BE49-F238E27FC236}">
                <a16:creationId xmlns:a16="http://schemas.microsoft.com/office/drawing/2014/main" id="{C8782EA2-E7AC-074C-FC10-B99CFAF073F1}"/>
              </a:ext>
            </a:extLst>
          </p:cNvPr>
          <p:cNvSpPr>
            <a:spLocks noGrp="1"/>
          </p:cNvSpPr>
          <p:nvPr>
            <p:ph idx="1"/>
          </p:nvPr>
        </p:nvSpPr>
        <p:spPr>
          <a:xfrm>
            <a:off x="229918" y="3157046"/>
            <a:ext cx="6836975" cy="3630010"/>
          </a:xfrm>
        </p:spPr>
        <p:txBody>
          <a:bodyPr>
            <a:normAutofit fontScale="92500" lnSpcReduction="10000"/>
          </a:bodyPr>
          <a:lstStyle/>
          <a:p>
            <a:pPr>
              <a:lnSpc>
                <a:spcPct val="130000"/>
              </a:lnSpc>
            </a:pPr>
            <a:r>
              <a:rPr lang="en-US" altLang="ko-KR" sz="1200" b="1" dirty="0">
                <a:solidFill>
                  <a:srgbClr val="00B050"/>
                </a:solidFill>
                <a:latin typeface="Courier New" panose="02070309020205020404" pitchFamily="49" charset="0"/>
                <a:cs typeface="Courier New" panose="02070309020205020404" pitchFamily="49" charset="0"/>
              </a:rPr>
              <a:t>Test_</a:t>
            </a:r>
            <a:r>
              <a:rPr lang="en-US" altLang="ko-KR" sz="1200" dirty="0">
                <a:latin typeface="Courier New" panose="02070309020205020404" pitchFamily="49" charset="0"/>
                <a:cs typeface="Courier New" panose="02070309020205020404" pitchFamily="49" charset="0"/>
              </a:rPr>
              <a:t>button_1_in_power_up()</a:t>
            </a:r>
          </a:p>
          <a:p>
            <a:pPr lvl="1">
              <a:lnSpc>
                <a:spcPct val="130000"/>
              </a:lnSpc>
            </a:pPr>
            <a:r>
              <a:rPr lang="en-US" altLang="ko-KR" sz="1100" dirty="0"/>
              <a:t>Unit test to test </a:t>
            </a:r>
            <a:r>
              <a:rPr lang="en-US" altLang="ko-KR" sz="1100" dirty="0" err="1">
                <a:latin typeface="Courier New" panose="02070309020205020404" pitchFamily="49" charset="0"/>
                <a:cs typeface="Courier New" panose="02070309020205020404" pitchFamily="49" charset="0"/>
              </a:rPr>
              <a:t>ControlPanel.process_button_input</a:t>
            </a:r>
            <a:r>
              <a:rPr lang="en-US" altLang="ko-KR" sz="1100" dirty="0"/>
              <a:t> w/ a parameter 1 </a:t>
            </a:r>
          </a:p>
          <a:p>
            <a:pPr lvl="1">
              <a:lnSpc>
                <a:spcPct val="130000"/>
              </a:lnSpc>
            </a:pPr>
            <a:r>
              <a:rPr lang="en-US" altLang="ko-KR" sz="1100" dirty="0"/>
              <a:t>Context/precondition: </a:t>
            </a:r>
            <a:r>
              <a:rPr lang="en-US" altLang="ko-KR" sz="1100" dirty="0" err="1">
                <a:latin typeface="Courier New" panose="02070309020205020404" pitchFamily="49" charset="0"/>
                <a:cs typeface="Courier New" panose="02070309020205020404" pitchFamily="49" charset="0"/>
              </a:rPr>
              <a:t>ControlPanel</a:t>
            </a:r>
            <a:r>
              <a:rPr lang="en-US" altLang="ko-KR" sz="1100" dirty="0" err="1"/>
              <a:t>’s</a:t>
            </a:r>
            <a:r>
              <a:rPr lang="en-US" altLang="ko-KR" sz="1100" dirty="0"/>
              <a:t> constructor waits for a user to press a power button (i.e. button 1) and the button value 1 is passed as a parameter to </a:t>
            </a:r>
            <a:r>
              <a:rPr lang="en-US" altLang="ko-KR" sz="1100" dirty="0" err="1">
                <a:latin typeface="Courier New" panose="02070309020205020404" pitchFamily="49" charset="0"/>
                <a:cs typeface="Courier New" panose="02070309020205020404" pitchFamily="49" charset="0"/>
              </a:rPr>
              <a:t>process_button_input</a:t>
            </a:r>
            <a:r>
              <a:rPr lang="en-US" altLang="ko-KR" sz="1100" dirty="0"/>
              <a:t> </a:t>
            </a:r>
          </a:p>
          <a:p>
            <a:pPr lvl="1">
              <a:lnSpc>
                <a:spcPct val="130000"/>
              </a:lnSpc>
            </a:pPr>
            <a:r>
              <a:rPr lang="en-US" altLang="ko-KR" sz="1100" dirty="0"/>
              <a:t>Test oracle (see </a:t>
            </a:r>
            <a:r>
              <a:rPr lang="en-US" altLang="ko-KR" sz="1100" dirty="0">
                <a:latin typeface="Courier New" panose="02070309020205020404" pitchFamily="49" charset="0"/>
                <a:cs typeface="Courier New" panose="02070309020205020404" pitchFamily="49" charset="0"/>
              </a:rPr>
              <a:t>assert</a:t>
            </a:r>
            <a:r>
              <a:rPr lang="en-US" altLang="ko-KR" sz="1100" dirty="0"/>
              <a:t> at line 34): after pressing button 1, control panel’s status should be </a:t>
            </a:r>
            <a:r>
              <a:rPr lang="en-US" altLang="ko-KR" sz="1100" dirty="0">
                <a:latin typeface="Courier New" panose="02070309020205020404" pitchFamily="49" charset="0"/>
                <a:cs typeface="Courier New" panose="02070309020205020404" pitchFamily="49" charset="0"/>
              </a:rPr>
              <a:t>READY4BUTTON</a:t>
            </a:r>
          </a:p>
          <a:p>
            <a:pPr>
              <a:lnSpc>
                <a:spcPct val="130000"/>
              </a:lnSpc>
            </a:pPr>
            <a:r>
              <a:rPr lang="en-US" altLang="ko-KR" sz="1400" dirty="0">
                <a:latin typeface="+mj-ea"/>
                <a:ea typeface="+mj-ea"/>
                <a:cs typeface="Courier New" panose="02070309020205020404" pitchFamily="49" charset="0"/>
              </a:rPr>
              <a:t>Corresponding state diagrams, CRC cards, sequence diagrams should be referenced in the test document</a:t>
            </a:r>
          </a:p>
          <a:p>
            <a:pPr lvl="1">
              <a:lnSpc>
                <a:spcPct val="130000"/>
              </a:lnSpc>
            </a:pPr>
            <a:r>
              <a:rPr lang="en-US" altLang="ko-KR" sz="1100" dirty="0"/>
              <a:t>Ex. A target method under test </a:t>
            </a:r>
            <a:r>
              <a:rPr lang="en-US" altLang="ko-KR" sz="1100" dirty="0" err="1">
                <a:latin typeface="Courier New" panose="02070309020205020404" pitchFamily="49" charset="0"/>
                <a:cs typeface="Courier New" panose="02070309020205020404" pitchFamily="49" charset="0"/>
              </a:rPr>
              <a:t>process_button_input</a:t>
            </a:r>
            <a:r>
              <a:rPr lang="en-US" altLang="ko-KR" sz="1100" dirty="0"/>
              <a:t> </a:t>
            </a:r>
            <a:r>
              <a:rPr lang="en-US" altLang="ko-KR" sz="1100" dirty="0">
                <a:latin typeface="+mj-ea"/>
                <a:ea typeface="+mj-ea"/>
                <a:cs typeface="Courier New" panose="02070309020205020404" pitchFamily="49" charset="0"/>
              </a:rPr>
              <a:t>is a part of “Turn the system on” sequence diagram on page 50 of SDS (see the green oval in the sequence diagram on the right), although it is not explicitly shown in the diagram.   </a:t>
            </a:r>
            <a:endParaRPr lang="en-US" altLang="ko-KR" sz="1400" dirty="0">
              <a:latin typeface="+mj-ea"/>
              <a:ea typeface="+mj-ea"/>
              <a:cs typeface="Courier New" panose="02070309020205020404" pitchFamily="49" charset="0"/>
            </a:endParaRPr>
          </a:p>
          <a:p>
            <a:pPr>
              <a:lnSpc>
                <a:spcPct val="130000"/>
              </a:lnSpc>
            </a:pPr>
            <a:r>
              <a:rPr lang="en-US" altLang="ko-KR" sz="1400" dirty="0">
                <a:latin typeface="+mj-ea"/>
                <a:ea typeface="+mj-ea"/>
                <a:cs typeface="Courier New" panose="02070309020205020404" pitchFamily="49" charset="0"/>
              </a:rPr>
              <a:t>Unit test may not have corresponding diagrams, since the granularity of a unit is very small</a:t>
            </a:r>
          </a:p>
          <a:p>
            <a:pPr lvl="1">
              <a:lnSpc>
                <a:spcPct val="130000"/>
              </a:lnSpc>
            </a:pPr>
            <a:r>
              <a:rPr lang="en-US" altLang="ko-KR" sz="1100" dirty="0">
                <a:latin typeface="+mj-ea"/>
                <a:ea typeface="+mj-ea"/>
                <a:cs typeface="Courier New" panose="02070309020205020404" pitchFamily="49" charset="0"/>
              </a:rPr>
              <a:t>Ex. </a:t>
            </a:r>
            <a:r>
              <a:rPr lang="en-US" altLang="ko-KR" sz="1100" dirty="0"/>
              <a:t>Ex. A target method under test </a:t>
            </a:r>
            <a:r>
              <a:rPr lang="en-US" altLang="ko-KR" sz="1100" dirty="0" err="1">
                <a:latin typeface="Courier New" panose="02070309020205020404" pitchFamily="49" charset="0"/>
                <a:cs typeface="Courier New" panose="02070309020205020404" pitchFamily="49" charset="0"/>
              </a:rPr>
              <a:t>process_button_input</a:t>
            </a:r>
            <a:r>
              <a:rPr lang="en-US" altLang="ko-KR" sz="1100" dirty="0">
                <a:latin typeface="+mj-ea"/>
                <a:ea typeface="+mj-ea"/>
                <a:cs typeface="Courier New" panose="02070309020205020404" pitchFamily="49" charset="0"/>
              </a:rPr>
              <a:t> does not have a corresponding state diagram in SDS</a:t>
            </a:r>
          </a:p>
          <a:p>
            <a:pPr>
              <a:lnSpc>
                <a:spcPct val="130000"/>
              </a:lnSpc>
            </a:pPr>
            <a:endParaRPr lang="ko-KR" altLang="en-US" sz="1200" dirty="0">
              <a:latin typeface="Courier New" panose="02070309020205020404" pitchFamily="49" charset="0"/>
              <a:cs typeface="Courier New" panose="02070309020205020404" pitchFamily="49" charset="0"/>
            </a:endParaRPr>
          </a:p>
        </p:txBody>
      </p:sp>
      <p:sp>
        <p:nvSpPr>
          <p:cNvPr id="4" name="슬라이드 번호 개체 틀 3">
            <a:extLst>
              <a:ext uri="{FF2B5EF4-FFF2-40B4-BE49-F238E27FC236}">
                <a16:creationId xmlns:a16="http://schemas.microsoft.com/office/drawing/2014/main" id="{CCDD44F4-3DE5-F78A-7159-6A4D42A618F3}"/>
              </a:ext>
            </a:extLst>
          </p:cNvPr>
          <p:cNvSpPr>
            <a:spLocks noGrp="1"/>
          </p:cNvSpPr>
          <p:nvPr>
            <p:ph type="sldNum" sz="quarter" idx="12"/>
          </p:nvPr>
        </p:nvSpPr>
        <p:spPr/>
        <p:txBody>
          <a:bodyPr/>
          <a:lstStyle/>
          <a:p>
            <a:fld id="{30C1BB5D-EF82-4DB3-9DC5-8EF598758AF6}" type="slidenum">
              <a:rPr lang="ko-KR" altLang="en-US" smtClean="0"/>
              <a:t>4</a:t>
            </a:fld>
            <a:endParaRPr lang="ko-KR" altLang="en-US"/>
          </a:p>
        </p:txBody>
      </p:sp>
      <p:pic>
        <p:nvPicPr>
          <p:cNvPr id="7" name="그림 6">
            <a:extLst>
              <a:ext uri="{FF2B5EF4-FFF2-40B4-BE49-F238E27FC236}">
                <a16:creationId xmlns:a16="http://schemas.microsoft.com/office/drawing/2014/main" id="{2EF9C4CE-C618-18E6-7EBA-310843BB2C9C}"/>
              </a:ext>
            </a:extLst>
          </p:cNvPr>
          <p:cNvPicPr>
            <a:picLocks noChangeAspect="1"/>
          </p:cNvPicPr>
          <p:nvPr/>
        </p:nvPicPr>
        <p:blipFill>
          <a:blip r:embed="rId3"/>
          <a:stretch>
            <a:fillRect/>
          </a:stretch>
        </p:blipFill>
        <p:spPr>
          <a:xfrm>
            <a:off x="381873" y="1529255"/>
            <a:ext cx="6533063" cy="1469939"/>
          </a:xfrm>
          <a:prstGeom prst="rect">
            <a:avLst/>
          </a:prstGeom>
        </p:spPr>
      </p:pic>
      <p:sp>
        <p:nvSpPr>
          <p:cNvPr id="10" name="타원 9">
            <a:extLst>
              <a:ext uri="{FF2B5EF4-FFF2-40B4-BE49-F238E27FC236}">
                <a16:creationId xmlns:a16="http://schemas.microsoft.com/office/drawing/2014/main" id="{87E2B031-E3E4-E891-4F96-FB7133B89860}"/>
              </a:ext>
            </a:extLst>
          </p:cNvPr>
          <p:cNvSpPr/>
          <p:nvPr/>
        </p:nvSpPr>
        <p:spPr>
          <a:xfrm>
            <a:off x="8280839" y="1529255"/>
            <a:ext cx="532085" cy="229695"/>
          </a:xfrm>
          <a:prstGeom prst="ellipse">
            <a:avLst/>
          </a:prstGeom>
          <a:noFill/>
          <a:ln>
            <a:solidFill>
              <a:srgbClr val="00B05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759917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ED1C35-07AE-B7B5-05D6-6ED78C6EF55E}"/>
              </a:ext>
            </a:extLst>
          </p:cNvPr>
          <p:cNvSpPr>
            <a:spLocks noGrp="1"/>
          </p:cNvSpPr>
          <p:nvPr>
            <p:ph type="title"/>
          </p:nvPr>
        </p:nvSpPr>
        <p:spPr/>
        <p:txBody>
          <a:bodyPr/>
          <a:lstStyle/>
          <a:p>
            <a:r>
              <a:rPr lang="en-US" altLang="ko-KR" dirty="0"/>
              <a:t>Example of Unit Test Document </a:t>
            </a:r>
            <a:endParaRPr lang="ko-KR" altLang="en-US" dirty="0"/>
          </a:p>
        </p:txBody>
      </p:sp>
      <p:graphicFrame>
        <p:nvGraphicFramePr>
          <p:cNvPr id="6" name="내용 개체 틀 5">
            <a:extLst>
              <a:ext uri="{FF2B5EF4-FFF2-40B4-BE49-F238E27FC236}">
                <a16:creationId xmlns:a16="http://schemas.microsoft.com/office/drawing/2014/main" id="{FF881294-8D87-43C4-6EC0-0E20BB8ADD40}"/>
              </a:ext>
            </a:extLst>
          </p:cNvPr>
          <p:cNvGraphicFramePr>
            <a:graphicFrameLocks noGrp="1"/>
          </p:cNvGraphicFramePr>
          <p:nvPr>
            <p:ph idx="1"/>
            <p:extLst>
              <p:ext uri="{D42A27DB-BD31-4B8C-83A1-F6EECF244321}">
                <p14:modId xmlns:p14="http://schemas.microsoft.com/office/powerpoint/2010/main" val="481814373"/>
              </p:ext>
            </p:extLst>
          </p:nvPr>
        </p:nvGraphicFramePr>
        <p:xfrm>
          <a:off x="1716471" y="2681558"/>
          <a:ext cx="6894129" cy="4039917"/>
        </p:xfrm>
        <a:graphic>
          <a:graphicData uri="http://schemas.openxmlformats.org/drawingml/2006/table">
            <a:tbl>
              <a:tblPr firstRow="1" firstCol="1" bandRow="1"/>
              <a:tblGrid>
                <a:gridCol w="2109065">
                  <a:extLst>
                    <a:ext uri="{9D8B030D-6E8A-4147-A177-3AD203B41FA5}">
                      <a16:colId xmlns:a16="http://schemas.microsoft.com/office/drawing/2014/main" val="2589564752"/>
                    </a:ext>
                  </a:extLst>
                </a:gridCol>
                <a:gridCol w="1969397">
                  <a:extLst>
                    <a:ext uri="{9D8B030D-6E8A-4147-A177-3AD203B41FA5}">
                      <a16:colId xmlns:a16="http://schemas.microsoft.com/office/drawing/2014/main" val="3305758190"/>
                    </a:ext>
                  </a:extLst>
                </a:gridCol>
                <a:gridCol w="1034697">
                  <a:extLst>
                    <a:ext uri="{9D8B030D-6E8A-4147-A177-3AD203B41FA5}">
                      <a16:colId xmlns:a16="http://schemas.microsoft.com/office/drawing/2014/main" val="2028364319"/>
                    </a:ext>
                  </a:extLst>
                </a:gridCol>
                <a:gridCol w="791726">
                  <a:extLst>
                    <a:ext uri="{9D8B030D-6E8A-4147-A177-3AD203B41FA5}">
                      <a16:colId xmlns:a16="http://schemas.microsoft.com/office/drawing/2014/main" val="3973194254"/>
                    </a:ext>
                  </a:extLst>
                </a:gridCol>
                <a:gridCol w="989244">
                  <a:extLst>
                    <a:ext uri="{9D8B030D-6E8A-4147-A177-3AD203B41FA5}">
                      <a16:colId xmlns:a16="http://schemas.microsoft.com/office/drawing/2014/main" val="738043399"/>
                    </a:ext>
                  </a:extLst>
                </a:gridCol>
              </a:tblGrid>
              <a:tr h="270186">
                <a:tc>
                  <a:txBody>
                    <a:bodyPr/>
                    <a:lstStyle/>
                    <a:p>
                      <a:pPr algn="ctr"/>
                      <a:r>
                        <a:rPr lang="en-US" sz="1100" b="1" kern="100">
                          <a:solidFill>
                            <a:srgbClr val="000000"/>
                          </a:solidFill>
                          <a:effectLst/>
                          <a:latin typeface="Arial" panose="020B0604020202020204" pitchFamily="34" charset="0"/>
                          <a:ea typeface="Times New Roman" panose="02020603050405020304" pitchFamily="18" charset="0"/>
                        </a:rPr>
                        <a:t>C</a:t>
                      </a:r>
                      <a:r>
                        <a:rPr lang="en-US" sz="1100" b="1" kern="100">
                          <a:solidFill>
                            <a:srgbClr val="000000"/>
                          </a:solidFill>
                          <a:effectLst/>
                          <a:latin typeface="Arial" panose="020B0604020202020204" pitchFamily="34" charset="0"/>
                          <a:ea typeface="SimSun" panose="02010600030101010101" pitchFamily="2" charset="-122"/>
                        </a:rPr>
                        <a:t>lass</a:t>
                      </a:r>
                      <a:endParaRPr lang="ko-KR" sz="1200" kern="10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100" b="1" kern="100">
                          <a:solidFill>
                            <a:srgbClr val="000000"/>
                          </a:solidFill>
                          <a:effectLst/>
                          <a:latin typeface="Arial" panose="020B0604020202020204" pitchFamily="34" charset="0"/>
                          <a:ea typeface="맑은 고딕" panose="020B0503020000020004" pitchFamily="50" charset="-127"/>
                        </a:rPr>
                        <a:t>Method</a:t>
                      </a:r>
                      <a:endParaRPr lang="ko-KR" sz="1200" kern="10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100" b="1" kern="100">
                          <a:solidFill>
                            <a:srgbClr val="000000"/>
                          </a:solidFill>
                          <a:effectLst/>
                          <a:latin typeface="Arial" panose="020B0604020202020204" pitchFamily="34" charset="0"/>
                          <a:ea typeface="Times New Roman" panose="02020603050405020304" pitchFamily="18" charset="0"/>
                        </a:rPr>
                        <a:t>Author</a:t>
                      </a:r>
                      <a:endParaRPr lang="ko-KR" sz="1200" kern="10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100" b="1" kern="100" dirty="0">
                          <a:solidFill>
                            <a:srgbClr val="000000"/>
                          </a:solidFill>
                          <a:effectLst/>
                          <a:latin typeface="Arial" panose="020B0604020202020204" pitchFamily="34" charset="0"/>
                          <a:ea typeface="Times New Roman" panose="02020603050405020304" pitchFamily="18" charset="0"/>
                        </a:rPr>
                        <a:t>Date</a:t>
                      </a:r>
                      <a:endParaRPr lang="ko-KR" sz="1200" kern="100" dirty="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100" b="1" kern="100" dirty="0">
                          <a:solidFill>
                            <a:srgbClr val="000000"/>
                          </a:solidFill>
                          <a:effectLst/>
                          <a:latin typeface="Arial" panose="020B0604020202020204" pitchFamily="34" charset="0"/>
                          <a:ea typeface="Times New Roman" panose="02020603050405020304" pitchFamily="18" charset="0"/>
                        </a:rPr>
                        <a:t>Version</a:t>
                      </a:r>
                      <a:endParaRPr lang="ko-KR" sz="1200" kern="100" dirty="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33909796"/>
                  </a:ext>
                </a:extLst>
              </a:tr>
              <a:tr h="270186">
                <a:tc>
                  <a:txBody>
                    <a:bodyPr/>
                    <a:lstStyle/>
                    <a:p>
                      <a:pPr algn="ctr"/>
                      <a:r>
                        <a:rPr lang="en-US" sz="1100" kern="100" dirty="0" err="1">
                          <a:solidFill>
                            <a:srgbClr val="000000"/>
                          </a:solidFill>
                          <a:effectLst/>
                          <a:latin typeface="Courier New" panose="02070309020205020404" pitchFamily="49" charset="0"/>
                          <a:ea typeface="SimSun" panose="02010600030101010101" pitchFamily="2" charset="-122"/>
                          <a:cs typeface="Courier New" panose="02070309020205020404" pitchFamily="49" charset="0"/>
                        </a:rPr>
                        <a:t>ControlPanel</a:t>
                      </a:r>
                      <a:endParaRPr lang="ko-KR" sz="1200" kern="100" dirty="0">
                        <a:effectLst/>
                        <a:latin typeface="Courier New" panose="02070309020205020404" pitchFamily="49" charset="0"/>
                        <a:ea typeface="SimSun" panose="02010600030101010101" pitchFamily="2" charset="-122"/>
                        <a:cs typeface="Courier New" panose="02070309020205020404" pitchFamily="49"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000" kern="100" dirty="0" err="1">
                          <a:solidFill>
                            <a:srgbClr val="000000"/>
                          </a:solidFill>
                          <a:effectLst/>
                          <a:latin typeface="Courier New" panose="02070309020205020404" pitchFamily="49" charset="0"/>
                          <a:ea typeface="맑은 고딕" panose="020B0503020000020004" pitchFamily="50" charset="-127"/>
                          <a:cs typeface="Courier New" panose="02070309020205020404" pitchFamily="49" charset="0"/>
                        </a:rPr>
                        <a:t>process_button_input</a:t>
                      </a:r>
                      <a:r>
                        <a:rPr lang="en-US" sz="1000" kern="100" dirty="0">
                          <a:solidFill>
                            <a:srgbClr val="000000"/>
                          </a:solidFill>
                          <a:effectLst/>
                          <a:latin typeface="Courier New" panose="02070309020205020404" pitchFamily="49" charset="0"/>
                          <a:ea typeface="맑은 고딕" panose="020B0503020000020004" pitchFamily="50" charset="-127"/>
                          <a:cs typeface="Courier New" panose="02070309020205020404" pitchFamily="49" charset="0"/>
                        </a:rPr>
                        <a:t>()</a:t>
                      </a:r>
                      <a:endParaRPr lang="ko-KR" sz="1200" kern="100" dirty="0">
                        <a:effectLst/>
                        <a:latin typeface="Courier New" panose="02070309020205020404" pitchFamily="49" charset="0"/>
                        <a:ea typeface="SimSun" panose="02010600030101010101" pitchFamily="2" charset="-122"/>
                        <a:cs typeface="Courier New" panose="02070309020205020404" pitchFamily="49"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ko-KR" sz="1000" kern="100" dirty="0">
                        <a:effectLst/>
                        <a:latin typeface="맑은 고딕" panose="020B0503020000020004" pitchFamily="50" charset="-127"/>
                        <a:ea typeface="맑은 고딕" panose="020B0503020000020004" pitchFamily="50" charset="-127"/>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ko-KR" sz="1000" kern="100" dirty="0">
                        <a:effectLst/>
                        <a:latin typeface="맑은 고딕" panose="020B0503020000020004" pitchFamily="50" charset="-127"/>
                        <a:ea typeface="맑은 고딕" panose="020B0503020000020004" pitchFamily="50" charset="-127"/>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100" kern="100">
                          <a:solidFill>
                            <a:srgbClr val="000000"/>
                          </a:solidFill>
                          <a:effectLst/>
                          <a:latin typeface="Arial" panose="020B0604020202020204" pitchFamily="34" charset="0"/>
                          <a:ea typeface="Times New Roman" panose="02020603050405020304" pitchFamily="18" charset="0"/>
                        </a:rPr>
                        <a:t>1.0.1</a:t>
                      </a:r>
                      <a:endParaRPr lang="ko-KR" sz="1200" kern="10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56154753"/>
                  </a:ext>
                </a:extLst>
              </a:tr>
              <a:tr h="270186">
                <a:tc gridSpan="5">
                  <a:txBody>
                    <a:bodyPr/>
                    <a:lstStyle/>
                    <a:p>
                      <a:pPr indent="68580"/>
                      <a:r>
                        <a:rPr lang="en-US" sz="1100" b="1" kern="100">
                          <a:solidFill>
                            <a:srgbClr val="000000"/>
                          </a:solidFill>
                          <a:effectLst/>
                          <a:latin typeface="Arial" panose="020B0604020202020204" pitchFamily="34" charset="0"/>
                          <a:ea typeface="Times New Roman" panose="02020603050405020304" pitchFamily="18" charset="0"/>
                        </a:rPr>
                        <a:t>Test Case Description </a:t>
                      </a:r>
                      <a:endParaRPr lang="ko-KR" sz="1200" kern="10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826321590"/>
                  </a:ext>
                </a:extLst>
              </a:tr>
              <a:tr h="556912">
                <a:tc gridSpan="5">
                  <a:txBody>
                    <a:bodyPr/>
                    <a:lstStyle/>
                    <a:p>
                      <a:r>
                        <a:rPr lang="en-US" sz="1200" kern="100" dirty="0">
                          <a:solidFill>
                            <a:srgbClr val="000000"/>
                          </a:solidFill>
                          <a:effectLst/>
                          <a:latin typeface="Times New Roman" panose="02020603050405020304" pitchFamily="18" charset="0"/>
                          <a:ea typeface="SimSun" panose="02010600030101010101" pitchFamily="2" charset="-122"/>
                        </a:rPr>
                        <a:t>Verifies that pressing a button “1” results in </a:t>
                      </a:r>
                      <a:r>
                        <a:rPr lang="en-US" sz="1200" kern="100" dirty="0">
                          <a:solidFill>
                            <a:srgbClr val="000000"/>
                          </a:solidFill>
                          <a:effectLst/>
                          <a:latin typeface="Courier New" panose="02070309020205020404" pitchFamily="49" charset="0"/>
                          <a:ea typeface="SimSun" panose="02010600030101010101" pitchFamily="2" charset="-122"/>
                        </a:rPr>
                        <a:t>status</a:t>
                      </a:r>
                      <a:r>
                        <a:rPr lang="en-US" sz="1200" kern="100" dirty="0">
                          <a:solidFill>
                            <a:srgbClr val="000000"/>
                          </a:solidFill>
                          <a:effectLst/>
                          <a:latin typeface="Times New Roman" panose="02020603050405020304" pitchFamily="18" charset="0"/>
                          <a:ea typeface="SimSun" panose="02010600030101010101" pitchFamily="2" charset="-122"/>
                        </a:rPr>
                        <a:t> </a:t>
                      </a:r>
                      <a:r>
                        <a:rPr lang="en-US" sz="1200" kern="100" dirty="0">
                          <a:solidFill>
                            <a:srgbClr val="000000"/>
                          </a:solidFill>
                          <a:effectLst/>
                          <a:latin typeface="Courier New" panose="02070309020205020404" pitchFamily="49" charset="0"/>
                          <a:ea typeface="SimSun" panose="02010600030101010101" pitchFamily="2" charset="-122"/>
                        </a:rPr>
                        <a:t>== READY4BUTTON</a:t>
                      </a:r>
                      <a:r>
                        <a:rPr lang="en-US" sz="1200" kern="100" dirty="0">
                          <a:solidFill>
                            <a:srgbClr val="000000"/>
                          </a:solidFill>
                          <a:effectLst/>
                          <a:latin typeface="Times New Roman" panose="02020603050405020304" pitchFamily="18" charset="0"/>
                          <a:ea typeface="SimSun" panose="02010600030101010101" pitchFamily="2" charset="-122"/>
                        </a:rPr>
                        <a:t>, when the system is turned off. </a:t>
                      </a:r>
                      <a:endParaRPr lang="ko-KR" sz="1200" kern="100" dirty="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176393553"/>
                  </a:ext>
                </a:extLst>
              </a:tr>
              <a:tr h="270186">
                <a:tc gridSpan="5">
                  <a:txBody>
                    <a:bodyPr/>
                    <a:lstStyle/>
                    <a:p>
                      <a:pPr indent="68580"/>
                      <a:r>
                        <a:rPr lang="en-US" sz="1100" b="1" kern="100" dirty="0">
                          <a:solidFill>
                            <a:srgbClr val="000000"/>
                          </a:solidFill>
                          <a:effectLst/>
                          <a:latin typeface="Arial" panose="020B0604020202020204" pitchFamily="34" charset="0"/>
                          <a:ea typeface="Times New Roman" panose="02020603050405020304" pitchFamily="18" charset="0"/>
                        </a:rPr>
                        <a:t>Context/Precondition/Input Specifications</a:t>
                      </a:r>
                      <a:r>
                        <a:rPr lang="en-US" sz="1100" kern="100" dirty="0">
                          <a:solidFill>
                            <a:srgbClr val="000000"/>
                          </a:solidFill>
                          <a:effectLst/>
                          <a:latin typeface="Arial" panose="020B0604020202020204" pitchFamily="34" charset="0"/>
                          <a:ea typeface="Times New Roman" panose="02020603050405020304" pitchFamily="18" charset="0"/>
                        </a:rPr>
                        <a:t> </a:t>
                      </a:r>
                      <a:endParaRPr lang="ko-KR" sz="1200" kern="100" dirty="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815054555"/>
                  </a:ext>
                </a:extLst>
              </a:tr>
              <a:tr h="512800">
                <a:tc gridSpan="5">
                  <a:txBody>
                    <a:bodyPr/>
                    <a:lstStyle/>
                    <a:p>
                      <a:r>
                        <a:rPr lang="en-US" sz="1100" kern="100" dirty="0">
                          <a:solidFill>
                            <a:srgbClr val="000000"/>
                          </a:solidFill>
                          <a:effectLst/>
                          <a:latin typeface="Arial" panose="020B0604020202020204" pitchFamily="34" charset="0"/>
                          <a:ea typeface="맑은 고딕" panose="020B0503020000020004" pitchFamily="50" charset="-127"/>
                        </a:rPr>
                        <a:t>Call </a:t>
                      </a:r>
                      <a:r>
                        <a:rPr lang="en-US" sz="1100" kern="100" dirty="0" err="1">
                          <a:solidFill>
                            <a:srgbClr val="000000"/>
                          </a:solidFill>
                          <a:effectLst/>
                          <a:latin typeface="Courier New" panose="02070309020205020404" pitchFamily="49" charset="0"/>
                          <a:ea typeface="맑은 고딕" panose="020B0503020000020004" pitchFamily="50" charset="-127"/>
                        </a:rPr>
                        <a:t>process_button_input</a:t>
                      </a:r>
                      <a:r>
                        <a:rPr lang="en-US" sz="1100" kern="100" dirty="0">
                          <a:solidFill>
                            <a:srgbClr val="000000"/>
                          </a:solidFill>
                          <a:effectLst/>
                          <a:latin typeface="Courier New" panose="02070309020205020404" pitchFamily="49" charset="0"/>
                          <a:ea typeface="맑은 고딕" panose="020B0503020000020004" pitchFamily="50" charset="-127"/>
                        </a:rPr>
                        <a:t>(1) </a:t>
                      </a:r>
                      <a:r>
                        <a:rPr lang="en-US" sz="1100" kern="100" dirty="0">
                          <a:solidFill>
                            <a:srgbClr val="000000"/>
                          </a:solidFill>
                          <a:effectLst/>
                          <a:latin typeface="Arial" panose="020B0604020202020204" pitchFamily="34" charset="0"/>
                          <a:ea typeface="맑은 고딕" panose="020B0503020000020004" pitchFamily="50" charset="-127"/>
                        </a:rPr>
                        <a:t>while the </a:t>
                      </a:r>
                      <a:r>
                        <a:rPr lang="en-US" sz="1100" kern="100" dirty="0" err="1">
                          <a:solidFill>
                            <a:srgbClr val="000000"/>
                          </a:solidFill>
                          <a:effectLst/>
                          <a:latin typeface="Arial" panose="020B0604020202020204" pitchFamily="34" charset="0"/>
                          <a:ea typeface="맑은 고딕" panose="020B0503020000020004" pitchFamily="50" charset="-127"/>
                        </a:rPr>
                        <a:t>safehome</a:t>
                      </a:r>
                      <a:r>
                        <a:rPr lang="en-US" sz="1100" kern="100" dirty="0">
                          <a:solidFill>
                            <a:srgbClr val="000000"/>
                          </a:solidFill>
                          <a:effectLst/>
                          <a:latin typeface="Arial" panose="020B0604020202020204" pitchFamily="34" charset="0"/>
                          <a:ea typeface="맑은 고딕" panose="020B0503020000020004" pitchFamily="50" charset="-127"/>
                        </a:rPr>
                        <a:t> system is powered off (which is performed by the constructor of </a:t>
                      </a:r>
                      <a:r>
                        <a:rPr lang="en-US" sz="1100" kern="100" dirty="0" err="1">
                          <a:solidFill>
                            <a:srgbClr val="000000"/>
                          </a:solidFill>
                          <a:effectLst/>
                          <a:latin typeface="Courier New" panose="02070309020205020404" pitchFamily="49" charset="0"/>
                          <a:ea typeface="맑은 고딕" panose="020B0503020000020004" pitchFamily="50" charset="-127"/>
                        </a:rPr>
                        <a:t>ControlPanel</a:t>
                      </a:r>
                      <a:r>
                        <a:rPr lang="en-US" sz="1100" kern="100" dirty="0">
                          <a:solidFill>
                            <a:srgbClr val="000000"/>
                          </a:solidFill>
                          <a:effectLst/>
                          <a:latin typeface="Arial" panose="020B0604020202020204" pitchFamily="34" charset="0"/>
                          <a:ea typeface="맑은 고딕" panose="020B0503020000020004" pitchFamily="50" charset="-127"/>
                        </a:rPr>
                        <a:t> class).</a:t>
                      </a:r>
                      <a:endParaRPr lang="ko-KR" sz="1200" kern="100" dirty="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76307820"/>
                  </a:ext>
                </a:extLst>
              </a:tr>
              <a:tr h="270186">
                <a:tc gridSpan="5">
                  <a:txBody>
                    <a:bodyPr/>
                    <a:lstStyle/>
                    <a:p>
                      <a:pPr indent="68580"/>
                      <a:r>
                        <a:rPr lang="en-US" sz="1100" b="1" kern="100" dirty="0">
                          <a:solidFill>
                            <a:srgbClr val="000000"/>
                          </a:solidFill>
                          <a:effectLst/>
                          <a:latin typeface="Arial" panose="020B0604020202020204" pitchFamily="34" charset="0"/>
                          <a:ea typeface="Times New Roman" panose="02020603050405020304" pitchFamily="18" charset="0"/>
                        </a:rPr>
                        <a:t>Expected Result</a:t>
                      </a:r>
                      <a:endParaRPr lang="ko-KR" sz="1200" kern="100" dirty="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985577752"/>
                  </a:ext>
                </a:extLst>
              </a:tr>
              <a:tr h="292241">
                <a:tc gridSpan="5">
                  <a:txBody>
                    <a:bodyPr/>
                    <a:lstStyle/>
                    <a:p>
                      <a:r>
                        <a:rPr lang="en-US" sz="1100" kern="100">
                          <a:solidFill>
                            <a:srgbClr val="000000"/>
                          </a:solidFill>
                          <a:effectLst/>
                          <a:latin typeface="Arial" panose="020B0604020202020204" pitchFamily="34" charset="0"/>
                          <a:ea typeface="맑은 고딕" panose="020B0503020000020004" pitchFamily="50" charset="-127"/>
                        </a:rPr>
                        <a:t>CP’s status remains </a:t>
                      </a:r>
                      <a:r>
                        <a:rPr lang="en-US" sz="1100" kern="100">
                          <a:solidFill>
                            <a:srgbClr val="000000"/>
                          </a:solidFill>
                          <a:effectLst/>
                          <a:latin typeface="Courier New" panose="02070309020205020404" pitchFamily="49" charset="0"/>
                          <a:ea typeface="맑은 고딕" panose="020B0503020000020004" pitchFamily="50" charset="-127"/>
                        </a:rPr>
                        <a:t>Status.</a:t>
                      </a:r>
                      <a:r>
                        <a:rPr lang="en-US" sz="1200" kern="100">
                          <a:solidFill>
                            <a:srgbClr val="000000"/>
                          </a:solidFill>
                          <a:effectLst/>
                          <a:latin typeface="Courier New" panose="02070309020205020404" pitchFamily="49" charset="0"/>
                          <a:ea typeface="SimSun" panose="02010600030101010101" pitchFamily="2" charset="-122"/>
                        </a:rPr>
                        <a:t>READY4BUTTON</a:t>
                      </a:r>
                      <a:endParaRPr lang="ko-KR" sz="1200" kern="10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962745517"/>
                  </a:ext>
                </a:extLst>
              </a:tr>
              <a:tr h="270186">
                <a:tc gridSpan="5">
                  <a:txBody>
                    <a:bodyPr/>
                    <a:lstStyle/>
                    <a:p>
                      <a:pPr indent="69850"/>
                      <a:r>
                        <a:rPr lang="en-US" sz="1100" b="1" kern="100" dirty="0">
                          <a:solidFill>
                            <a:srgbClr val="000000"/>
                          </a:solidFill>
                          <a:effectLst/>
                          <a:latin typeface="Arial" panose="020B0604020202020204" pitchFamily="34" charset="0"/>
                          <a:ea typeface="SimSun" panose="02010600030101010101" pitchFamily="2" charset="-122"/>
                        </a:rPr>
                        <a:t>Actual Result (Pass/Fail/Exception)</a:t>
                      </a:r>
                      <a:endParaRPr lang="ko-KR" sz="1200" kern="100" dirty="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71895326"/>
                  </a:ext>
                </a:extLst>
              </a:tr>
              <a:tr h="516476">
                <a:tc gridSpan="5">
                  <a:txBody>
                    <a:bodyPr/>
                    <a:lstStyle/>
                    <a:p>
                      <a:r>
                        <a:rPr lang="en-US" sz="1100" kern="100" dirty="0">
                          <a:solidFill>
                            <a:srgbClr val="000000"/>
                          </a:solidFill>
                          <a:effectLst/>
                          <a:latin typeface="Arial" panose="020B0604020202020204" pitchFamily="34" charset="0"/>
                          <a:ea typeface="맑은 고딕" panose="020B0503020000020004" pitchFamily="50" charset="-127"/>
                        </a:rPr>
                        <a:t>Pass: status remains </a:t>
                      </a:r>
                      <a:r>
                        <a:rPr lang="en-US" sz="1100" kern="100" dirty="0">
                          <a:solidFill>
                            <a:srgbClr val="000000"/>
                          </a:solidFill>
                          <a:effectLst/>
                          <a:latin typeface="Courier New" panose="02070309020205020404" pitchFamily="49" charset="0"/>
                          <a:ea typeface="맑은 고딕" panose="020B0503020000020004" pitchFamily="50" charset="-127"/>
                        </a:rPr>
                        <a:t>Status</a:t>
                      </a:r>
                      <a:r>
                        <a:rPr lang="en-US" sz="1100" kern="100" dirty="0">
                          <a:solidFill>
                            <a:srgbClr val="000000"/>
                          </a:solidFill>
                          <a:effectLst/>
                          <a:latin typeface="Arial" panose="020B0604020202020204" pitchFamily="34" charset="0"/>
                          <a:ea typeface="맑은 고딕" panose="020B0503020000020004" pitchFamily="50" charset="-127"/>
                        </a:rPr>
                        <a:t>.</a:t>
                      </a:r>
                      <a:r>
                        <a:rPr lang="en-US" sz="1200" kern="100" dirty="0">
                          <a:solidFill>
                            <a:srgbClr val="000000"/>
                          </a:solidFill>
                          <a:effectLst/>
                          <a:latin typeface="Courier New" panose="02070309020205020404" pitchFamily="49" charset="0"/>
                          <a:ea typeface="SimSun" panose="02010600030101010101" pitchFamily="2" charset="-122"/>
                        </a:rPr>
                        <a:t>READY4BUTTON</a:t>
                      </a:r>
                      <a:endParaRPr lang="ko-KR" sz="1200" kern="100" dirty="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634653648"/>
                  </a:ext>
                </a:extLst>
              </a:tr>
              <a:tr h="270186">
                <a:tc gridSpan="5">
                  <a:txBody>
                    <a:bodyPr/>
                    <a:lstStyle/>
                    <a:p>
                      <a:pPr indent="69850"/>
                      <a:r>
                        <a:rPr lang="en-US" sz="1100" b="1" kern="100">
                          <a:solidFill>
                            <a:srgbClr val="000000"/>
                          </a:solidFill>
                          <a:effectLst/>
                          <a:latin typeface="Arial" panose="020B0604020202020204" pitchFamily="34" charset="0"/>
                          <a:ea typeface="SimSun" panose="02010600030101010101" pitchFamily="2" charset="-122"/>
                        </a:rPr>
                        <a:t>Comment</a:t>
                      </a:r>
                      <a:endParaRPr lang="ko-KR" sz="1200" kern="10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87415516"/>
                  </a:ext>
                </a:extLst>
              </a:tr>
              <a:tr h="270186">
                <a:tc gridSpan="5">
                  <a:txBody>
                    <a:bodyPr/>
                    <a:lstStyle/>
                    <a:p>
                      <a:r>
                        <a:rPr lang="en-US" sz="1100" kern="100" dirty="0">
                          <a:effectLst/>
                          <a:latin typeface="Arial" panose="020B0604020202020204" pitchFamily="34" charset="0"/>
                          <a:ea typeface="SimSun" panose="02010600030101010101" pitchFamily="2" charset="-122"/>
                        </a:rPr>
                        <a:t> Reference: </a:t>
                      </a:r>
                      <a:r>
                        <a:rPr lang="en-US" altLang="ko-KR" sz="1200" kern="1200" dirty="0">
                          <a:solidFill>
                            <a:schemeClr val="tx1"/>
                          </a:solidFill>
                          <a:latin typeface="+mj-ea"/>
                          <a:ea typeface="+mn-ea"/>
                          <a:cs typeface="Courier New" panose="02070309020205020404" pitchFamily="49" charset="0"/>
                        </a:rPr>
                        <a:t>“Turn the system on” sequence diagram on page 50 of SDS </a:t>
                      </a:r>
                      <a:endParaRPr lang="ko-KR" sz="1200" kern="100" dirty="0">
                        <a:effectLst/>
                        <a:latin typeface="Times New Roman" panose="02020603050405020304" pitchFamily="18" charset="0"/>
                        <a:ea typeface="SimSun" panose="02010600030101010101" pitchFamily="2" charset="-122"/>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080369881"/>
                  </a:ext>
                </a:extLst>
              </a:tr>
            </a:tbl>
          </a:graphicData>
        </a:graphic>
      </p:graphicFrame>
      <p:sp>
        <p:nvSpPr>
          <p:cNvPr id="4" name="슬라이드 번호 개체 틀 3">
            <a:extLst>
              <a:ext uri="{FF2B5EF4-FFF2-40B4-BE49-F238E27FC236}">
                <a16:creationId xmlns:a16="http://schemas.microsoft.com/office/drawing/2014/main" id="{4E5390F8-9A71-7156-F75E-326E1BE30FC1}"/>
              </a:ext>
            </a:extLst>
          </p:cNvPr>
          <p:cNvSpPr>
            <a:spLocks noGrp="1"/>
          </p:cNvSpPr>
          <p:nvPr>
            <p:ph type="sldNum" sz="quarter" idx="12"/>
          </p:nvPr>
        </p:nvSpPr>
        <p:spPr/>
        <p:txBody>
          <a:bodyPr/>
          <a:lstStyle/>
          <a:p>
            <a:fld id="{30C1BB5D-EF82-4DB3-9DC5-8EF598758AF6}" type="slidenum">
              <a:rPr lang="ko-KR" altLang="en-US" smtClean="0"/>
              <a:t>5</a:t>
            </a:fld>
            <a:endParaRPr lang="ko-KR" altLang="en-US"/>
          </a:p>
        </p:txBody>
      </p:sp>
      <p:sp>
        <p:nvSpPr>
          <p:cNvPr id="8" name="TextBox 7">
            <a:extLst>
              <a:ext uri="{FF2B5EF4-FFF2-40B4-BE49-F238E27FC236}">
                <a16:creationId xmlns:a16="http://schemas.microsoft.com/office/drawing/2014/main" id="{91F764A4-4430-0716-4A97-0E49782062BB}"/>
              </a:ext>
            </a:extLst>
          </p:cNvPr>
          <p:cNvSpPr txBox="1"/>
          <p:nvPr/>
        </p:nvSpPr>
        <p:spPr>
          <a:xfrm>
            <a:off x="855607" y="1384987"/>
            <a:ext cx="7330638" cy="1231106"/>
          </a:xfrm>
          <a:prstGeom prst="rect">
            <a:avLst/>
          </a:prstGeom>
          <a:noFill/>
        </p:spPr>
        <p:txBody>
          <a:bodyPr wrap="square">
            <a:spAutoFit/>
          </a:bodyPr>
          <a:lstStyle/>
          <a:p>
            <a:pPr marL="342900" lvl="0" indent="-342900">
              <a:buFont typeface="+mj-lt"/>
              <a:buAutoNum type="arabicPeriod"/>
            </a:pPr>
            <a:r>
              <a:rPr lang="en-US" altLang="ko-KR" sz="1400" b="1" dirty="0">
                <a:effectLst/>
                <a:latin typeface="맑은 고딕" panose="020B0503020000020004" pitchFamily="50" charset="-127"/>
                <a:ea typeface="맑은 고딕" panose="020B0503020000020004" pitchFamily="50" charset="-127"/>
                <a:cs typeface="Times New Roman" panose="02020603050405020304" pitchFamily="18" charset="0"/>
              </a:rPr>
              <a:t>External Communication Management</a:t>
            </a:r>
            <a:endParaRPr lang="ko-KR" altLang="ko-KR" sz="1400" b="1"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742950" lvl="1" indent="-285750">
              <a:buFont typeface="+mj-lt"/>
              <a:buAutoNum type="alphaUcPeriod"/>
            </a:pPr>
            <a:r>
              <a:rPr lang="en-US" altLang="ko-KR" sz="1200" b="1" dirty="0">
                <a:effectLst/>
                <a:latin typeface="맑은 고딕" panose="020B0503020000020004" pitchFamily="50" charset="-127"/>
                <a:ea typeface="맑은 고딕" panose="020B0503020000020004" pitchFamily="50" charset="-127"/>
                <a:cs typeface="Times New Roman" panose="02020603050405020304" pitchFamily="18" charset="0"/>
              </a:rPr>
              <a:t>Control Panel Management</a:t>
            </a:r>
            <a:endParaRPr lang="ko-KR" altLang="ko-KR" sz="1200" b="1"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600200" lvl="3" indent="-228600">
              <a:spcAft>
                <a:spcPts val="600"/>
              </a:spcAft>
              <a:buFont typeface="+mj-lt"/>
              <a:buAutoNum type="arabicPeriod"/>
            </a:pPr>
            <a:r>
              <a:rPr lang="en-US" altLang="ko-KR" sz="1400" b="0" dirty="0" err="1">
                <a:effectLst/>
                <a:latin typeface="Courier New" panose="02070309020205020404" pitchFamily="49" charset="0"/>
                <a:ea typeface="SimSun" panose="02010600030101010101" pitchFamily="2" charset="-122"/>
              </a:rPr>
              <a:t>ControlPanel</a:t>
            </a:r>
            <a:r>
              <a:rPr lang="en-US" altLang="ko-KR" sz="1200" b="0" dirty="0">
                <a:effectLst/>
                <a:latin typeface="Courier New" panose="02070309020205020404" pitchFamily="49" charset="0"/>
                <a:ea typeface="SimSun" panose="02010600030101010101" pitchFamily="2" charset="-122"/>
              </a:rPr>
              <a:t> </a:t>
            </a:r>
            <a:r>
              <a:rPr lang="en-US" altLang="ko-KR" sz="1200" b="0" dirty="0">
                <a:effectLst/>
                <a:latin typeface="맑은 고딕" panose="020B0503020000020004" pitchFamily="50" charset="-127"/>
                <a:ea typeface="SimSun" panose="02010600030101010101" pitchFamily="2" charset="-122"/>
              </a:rPr>
              <a:t>class</a:t>
            </a:r>
            <a:endParaRPr lang="ko-KR" altLang="ko-KR" sz="1200" b="1" dirty="0">
              <a:effectLst/>
              <a:latin typeface="Courier New" panose="02070309020205020404" pitchFamily="49" charset="0"/>
              <a:ea typeface="SimSun" panose="02010600030101010101" pitchFamily="2" charset="-122"/>
            </a:endParaRPr>
          </a:p>
          <a:p>
            <a:pPr marL="2057400" lvl="4" indent="-228600">
              <a:spcAft>
                <a:spcPts val="600"/>
              </a:spcAft>
              <a:buFont typeface="+mj-lt"/>
              <a:buAutoNum type="alphaUcPeriod"/>
            </a:pPr>
            <a:r>
              <a:rPr lang="en-US" altLang="ko-KR" sz="1200" dirty="0" err="1">
                <a:effectLst/>
                <a:latin typeface="Courier New" panose="02070309020205020404" pitchFamily="49" charset="0"/>
                <a:ea typeface="맑은 고딕" panose="020B0503020000020004" pitchFamily="50" charset="-127"/>
              </a:rPr>
              <a:t>process_button_input</a:t>
            </a:r>
            <a:r>
              <a:rPr lang="en-US" altLang="ko-KR" sz="1200" dirty="0">
                <a:effectLst/>
                <a:latin typeface="Courier New" panose="02070309020205020404" pitchFamily="49" charset="0"/>
                <a:ea typeface="맑은 고딕" panose="020B0503020000020004" pitchFamily="50" charset="-127"/>
              </a:rPr>
              <a:t>()</a:t>
            </a:r>
            <a:r>
              <a:rPr lang="en-US" altLang="ko-KR" sz="1200" dirty="0">
                <a:effectLst/>
                <a:latin typeface="Arial" panose="020B0604020202020204" pitchFamily="34" charset="0"/>
                <a:ea typeface="맑은 고딕" panose="020B0503020000020004" pitchFamily="50" charset="-127"/>
              </a:rPr>
              <a:t> (handling key input from CP)</a:t>
            </a:r>
            <a:endParaRPr lang="ko-KR" altLang="ko-KR" sz="1000" dirty="0">
              <a:effectLst/>
              <a:latin typeface="Arial" panose="020B0604020202020204" pitchFamily="34" charset="0"/>
              <a:ea typeface="맑은 고딕" panose="020B0503020000020004" pitchFamily="50" charset="-127"/>
            </a:endParaRPr>
          </a:p>
          <a:p>
            <a:pPr marL="2628900" marR="152400" lvl="5" indent="-342900">
              <a:spcAft>
                <a:spcPts val="600"/>
              </a:spcAft>
              <a:buFont typeface="+mj-lt"/>
              <a:buAutoNum type="alphaUcPeriod"/>
              <a:tabLst>
                <a:tab pos="228600" algn="l"/>
                <a:tab pos="508000" algn="l"/>
              </a:tabLst>
            </a:pPr>
            <a:r>
              <a:rPr lang="en-US" altLang="ko-KR" sz="1200" b="0" dirty="0">
                <a:effectLst/>
                <a:latin typeface="Courier New" panose="02070309020205020404" pitchFamily="49" charset="0"/>
                <a:ea typeface="맑은 고딕" panose="020B0503020000020004" pitchFamily="50" charset="-127"/>
              </a:rPr>
              <a:t>test_button_1_in_power_up</a:t>
            </a:r>
            <a:r>
              <a:rPr lang="en-US" altLang="ko-KR" sz="1200" b="0" dirty="0">
                <a:effectLst/>
                <a:latin typeface="Times New Roman" panose="02020603050405020304" pitchFamily="18" charset="0"/>
                <a:ea typeface="맑은 고딕" panose="020B0503020000020004" pitchFamily="50" charset="-127"/>
              </a:rPr>
              <a:t> (UT-CP-btn1-PW-U</a:t>
            </a:r>
            <a:r>
              <a:rPr lang="en-US" altLang="ko-KR" sz="1200" b="1" dirty="0">
                <a:effectLst/>
                <a:latin typeface="Times New Roman" panose="02020603050405020304" pitchFamily="18" charset="0"/>
                <a:ea typeface="맑은 고딕" panose="020B0503020000020004" pitchFamily="50" charset="-127"/>
              </a:rPr>
              <a:t>)</a:t>
            </a:r>
            <a:endParaRPr lang="ko-KR" altLang="ko-KR" sz="1200" b="1" dirty="0">
              <a:effectLst/>
              <a:latin typeface="Times New Roman" panose="02020603050405020304" pitchFamily="18" charset="0"/>
              <a:ea typeface="맑은 고딕" panose="020B0503020000020004" pitchFamily="50" charset="-127"/>
            </a:endParaRPr>
          </a:p>
        </p:txBody>
      </p:sp>
    </p:spTree>
    <p:extLst>
      <p:ext uri="{BB962C8B-B14F-4D97-AF65-F5344CB8AC3E}">
        <p14:creationId xmlns:p14="http://schemas.microsoft.com/office/powerpoint/2010/main" val="1650942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CC70B922-9420-0C5A-5A13-57969BCB2FEF}"/>
              </a:ext>
            </a:extLst>
          </p:cNvPr>
          <p:cNvPicPr>
            <a:picLocks noChangeAspect="1"/>
          </p:cNvPicPr>
          <p:nvPr/>
        </p:nvPicPr>
        <p:blipFill>
          <a:blip r:embed="rId2"/>
          <a:stretch>
            <a:fillRect/>
          </a:stretch>
        </p:blipFill>
        <p:spPr>
          <a:xfrm>
            <a:off x="6907053" y="719301"/>
            <a:ext cx="5139984" cy="5419397"/>
          </a:xfrm>
          <a:prstGeom prst="rect">
            <a:avLst/>
          </a:prstGeom>
        </p:spPr>
      </p:pic>
      <p:sp>
        <p:nvSpPr>
          <p:cNvPr id="2" name="제목 1">
            <a:extLst>
              <a:ext uri="{FF2B5EF4-FFF2-40B4-BE49-F238E27FC236}">
                <a16:creationId xmlns:a16="http://schemas.microsoft.com/office/drawing/2014/main" id="{A2D5DE60-CF0E-5D24-7A1B-3813B2DDD1B4}"/>
              </a:ext>
            </a:extLst>
          </p:cNvPr>
          <p:cNvSpPr>
            <a:spLocks noGrp="1"/>
          </p:cNvSpPr>
          <p:nvPr>
            <p:ph type="title"/>
          </p:nvPr>
        </p:nvSpPr>
        <p:spPr/>
        <p:txBody>
          <a:bodyPr/>
          <a:lstStyle/>
          <a:p>
            <a:r>
              <a:rPr lang="en-US" altLang="ko-KR" dirty="0"/>
              <a:t>Integration Test Example</a:t>
            </a:r>
            <a:endParaRPr lang="ko-KR" altLang="en-US" dirty="0"/>
          </a:p>
        </p:txBody>
      </p:sp>
      <p:sp>
        <p:nvSpPr>
          <p:cNvPr id="3" name="내용 개체 틀 2">
            <a:extLst>
              <a:ext uri="{FF2B5EF4-FFF2-40B4-BE49-F238E27FC236}">
                <a16:creationId xmlns:a16="http://schemas.microsoft.com/office/drawing/2014/main" id="{C8782EA2-E7AC-074C-FC10-B99CFAF073F1}"/>
              </a:ext>
            </a:extLst>
          </p:cNvPr>
          <p:cNvSpPr>
            <a:spLocks noGrp="1"/>
          </p:cNvSpPr>
          <p:nvPr>
            <p:ph idx="1"/>
          </p:nvPr>
        </p:nvSpPr>
        <p:spPr>
          <a:xfrm>
            <a:off x="222036" y="3216165"/>
            <a:ext cx="6836975" cy="3630010"/>
          </a:xfrm>
        </p:spPr>
        <p:txBody>
          <a:bodyPr>
            <a:normAutofit fontScale="92500" lnSpcReduction="10000"/>
          </a:bodyPr>
          <a:lstStyle/>
          <a:p>
            <a:pPr>
              <a:lnSpc>
                <a:spcPct val="130000"/>
              </a:lnSpc>
            </a:pPr>
            <a:r>
              <a:rPr lang="en-US" altLang="ko-KR" sz="1200" b="1" dirty="0" err="1">
                <a:solidFill>
                  <a:srgbClr val="00B050"/>
                </a:solidFill>
                <a:latin typeface="Courier New" panose="02070309020205020404" pitchFamily="49" charset="0"/>
                <a:cs typeface="Courier New" panose="02070309020205020404" pitchFamily="49" charset="0"/>
              </a:rPr>
              <a:t>Test_</a:t>
            </a:r>
            <a:r>
              <a:rPr lang="en-US" altLang="ko-KR" sz="1200" dirty="0" err="1">
                <a:latin typeface="Courier New" panose="02070309020205020404" pitchFamily="49" charset="0"/>
                <a:cs typeface="Courier New" panose="02070309020205020404" pitchFamily="49" charset="0"/>
              </a:rPr>
              <a:t>login_process_of_system_side</a:t>
            </a:r>
            <a:r>
              <a:rPr lang="en-US" altLang="ko-KR" sz="1200" dirty="0">
                <a:latin typeface="Courier New" panose="02070309020205020404" pitchFamily="49" charset="0"/>
                <a:cs typeface="Courier New" panose="02070309020205020404" pitchFamily="49" charset="0"/>
              </a:rPr>
              <a:t>()</a:t>
            </a:r>
          </a:p>
          <a:p>
            <a:pPr lvl="1">
              <a:lnSpc>
                <a:spcPct val="130000"/>
              </a:lnSpc>
            </a:pPr>
            <a:r>
              <a:rPr lang="en-US" altLang="ko-KR" sz="1100" dirty="0"/>
              <a:t>Integration test to test login process in system side (i.e., not including user interaction through control panel)</a:t>
            </a:r>
          </a:p>
          <a:p>
            <a:pPr lvl="1">
              <a:lnSpc>
                <a:spcPct val="130000"/>
              </a:lnSpc>
            </a:pPr>
            <a:r>
              <a:rPr lang="en-US" altLang="ko-KR" sz="1100" dirty="0"/>
              <a:t>Context/precondition: </a:t>
            </a:r>
          </a:p>
          <a:p>
            <a:pPr lvl="2">
              <a:lnSpc>
                <a:spcPct val="130000"/>
              </a:lnSpc>
            </a:pPr>
            <a:r>
              <a:rPr lang="en-US" altLang="ko-KR" sz="1100" dirty="0"/>
              <a:t>a homeowner (by default, its user name is “master”) entered a password (i.e., “1234”) through control panel, which is stored in </a:t>
            </a:r>
            <a:r>
              <a:rPr lang="en-US" altLang="ko-KR" sz="1100" dirty="0" err="1">
                <a:latin typeface="Courier New" panose="02070309020205020404" pitchFamily="49" charset="0"/>
                <a:cs typeface="Courier New" panose="02070309020205020404" pitchFamily="49" charset="0"/>
              </a:rPr>
              <a:t>username_and_password</a:t>
            </a:r>
            <a:r>
              <a:rPr lang="en-US" altLang="ko-KR" sz="1100" dirty="0"/>
              <a:t> (see line 52). We assume that “1234” is the correct password.</a:t>
            </a:r>
          </a:p>
          <a:p>
            <a:pPr lvl="2">
              <a:lnSpc>
                <a:spcPct val="130000"/>
              </a:lnSpc>
            </a:pPr>
            <a:r>
              <a:rPr lang="en-US" altLang="ko-KR" sz="1100" dirty="0"/>
              <a:t>Then, the homeowner’s password is passed as a parameter to </a:t>
            </a:r>
            <a:r>
              <a:rPr lang="en-US" altLang="ko-KR" sz="1100" dirty="0">
                <a:latin typeface="Courier New" panose="02070309020205020404" pitchFamily="49" charset="0"/>
                <a:cs typeface="Courier New" panose="02070309020205020404" pitchFamily="49" charset="0"/>
              </a:rPr>
              <a:t>login </a:t>
            </a:r>
            <a:endParaRPr lang="en-US" altLang="ko-KR" sz="1100" dirty="0"/>
          </a:p>
          <a:p>
            <a:pPr lvl="1">
              <a:lnSpc>
                <a:spcPct val="130000"/>
              </a:lnSpc>
            </a:pPr>
            <a:r>
              <a:rPr lang="en-US" altLang="ko-KR" sz="1100" dirty="0"/>
              <a:t>Test oracle (see </a:t>
            </a:r>
            <a:r>
              <a:rPr lang="en-US" altLang="ko-KR" sz="1100" dirty="0">
                <a:latin typeface="Courier New" panose="02070309020205020404" pitchFamily="49" charset="0"/>
                <a:cs typeface="Courier New" panose="02070309020205020404" pitchFamily="49" charset="0"/>
              </a:rPr>
              <a:t>assert</a:t>
            </a:r>
            <a:r>
              <a:rPr lang="en-US" altLang="ko-KR" sz="1100" dirty="0"/>
              <a:t> at line 55 and 56): </a:t>
            </a:r>
          </a:p>
          <a:p>
            <a:pPr lvl="2">
              <a:lnSpc>
                <a:spcPct val="130000"/>
              </a:lnSpc>
            </a:pPr>
            <a:r>
              <a:rPr lang="en-US" altLang="ko-KR" sz="1100" dirty="0" err="1"/>
              <a:t>LoginManager</a:t>
            </a:r>
            <a:r>
              <a:rPr lang="en-US" altLang="ko-KR" sz="1100" dirty="0"/>
              <a:t> should accept the password (i.e., </a:t>
            </a:r>
            <a:r>
              <a:rPr lang="en-US" altLang="ko-KR" sz="1100" dirty="0">
                <a:latin typeface="Courier New" panose="02070309020205020404" pitchFamily="49" charset="0"/>
                <a:cs typeface="Courier New" panose="02070309020205020404" pitchFamily="49" charset="0"/>
              </a:rPr>
              <a:t>login</a:t>
            </a:r>
            <a:r>
              <a:rPr lang="en-US" altLang="ko-KR" sz="1100" dirty="0"/>
              <a:t> returns   </a:t>
            </a:r>
            <a:r>
              <a:rPr lang="en-US" altLang="ko-KR" sz="1100" dirty="0" err="1">
                <a:latin typeface="Courier New" panose="02070309020205020404" pitchFamily="49" charset="0"/>
                <a:cs typeface="Courier New" panose="02070309020205020404" pitchFamily="49" charset="0"/>
              </a:rPr>
              <a:t>lm_module.MASTER_ACCESS</a:t>
            </a:r>
            <a:r>
              <a:rPr lang="en-US" altLang="ko-KR" sz="1100" dirty="0">
                <a:latin typeface="Courier New" panose="02070309020205020404" pitchFamily="49" charset="0"/>
                <a:cs typeface="Courier New" panose="02070309020205020404" pitchFamily="49" charset="0"/>
              </a:rPr>
              <a:t>)</a:t>
            </a:r>
          </a:p>
          <a:p>
            <a:pPr lvl="2">
              <a:lnSpc>
                <a:spcPct val="130000"/>
              </a:lnSpc>
            </a:pPr>
            <a:r>
              <a:rPr lang="en-US" altLang="ko-KR" sz="1100" dirty="0">
                <a:latin typeface="+mj-ea"/>
                <a:ea typeface="+mj-ea"/>
                <a:cs typeface="Courier New" panose="02070309020205020404" pitchFamily="49" charset="0"/>
              </a:rPr>
              <a:t>A number of login trial should not be increased, since the given password is correct </a:t>
            </a:r>
          </a:p>
          <a:p>
            <a:pPr>
              <a:lnSpc>
                <a:spcPct val="130000"/>
              </a:lnSpc>
            </a:pPr>
            <a:r>
              <a:rPr lang="en-US" altLang="ko-KR" sz="1400" dirty="0">
                <a:latin typeface="+mj-ea"/>
                <a:ea typeface="+mj-ea"/>
                <a:cs typeface="Courier New" panose="02070309020205020404" pitchFamily="49" charset="0"/>
              </a:rPr>
              <a:t>Corresponding CRC cards, sequence diagrams should be referenced in the test document</a:t>
            </a:r>
          </a:p>
          <a:p>
            <a:pPr lvl="1">
              <a:lnSpc>
                <a:spcPct val="130000"/>
              </a:lnSpc>
            </a:pPr>
            <a:r>
              <a:rPr lang="en-US" altLang="ko-KR" sz="1100" dirty="0"/>
              <a:t>Ex. The integration testing scenario </a:t>
            </a:r>
            <a:r>
              <a:rPr lang="en-US" altLang="ko-KR" sz="1100" dirty="0">
                <a:latin typeface="+mj-ea"/>
                <a:ea typeface="+mj-ea"/>
                <a:cs typeface="Courier New" panose="02070309020205020404" pitchFamily="49" charset="0"/>
              </a:rPr>
              <a:t>is a part of “Log onto the system through control panel” sequence diagram on page 47 of SDS (see the green box in the sequence diagram on the right) </a:t>
            </a:r>
            <a:endParaRPr lang="en-US" altLang="ko-KR" sz="1400" dirty="0">
              <a:latin typeface="+mj-ea"/>
              <a:ea typeface="+mj-ea"/>
              <a:cs typeface="Courier New" panose="02070309020205020404" pitchFamily="49" charset="0"/>
            </a:endParaRPr>
          </a:p>
          <a:p>
            <a:pPr>
              <a:lnSpc>
                <a:spcPct val="130000"/>
              </a:lnSpc>
            </a:pPr>
            <a:endParaRPr lang="ko-KR" altLang="en-US" sz="1200" dirty="0">
              <a:latin typeface="Courier New" panose="02070309020205020404" pitchFamily="49" charset="0"/>
              <a:cs typeface="Courier New" panose="02070309020205020404" pitchFamily="49" charset="0"/>
            </a:endParaRPr>
          </a:p>
        </p:txBody>
      </p:sp>
      <p:sp>
        <p:nvSpPr>
          <p:cNvPr id="4" name="슬라이드 번호 개체 틀 3">
            <a:extLst>
              <a:ext uri="{FF2B5EF4-FFF2-40B4-BE49-F238E27FC236}">
                <a16:creationId xmlns:a16="http://schemas.microsoft.com/office/drawing/2014/main" id="{CCDD44F4-3DE5-F78A-7159-6A4D42A618F3}"/>
              </a:ext>
            </a:extLst>
          </p:cNvPr>
          <p:cNvSpPr>
            <a:spLocks noGrp="1"/>
          </p:cNvSpPr>
          <p:nvPr>
            <p:ph type="sldNum" sz="quarter" idx="12"/>
          </p:nvPr>
        </p:nvSpPr>
        <p:spPr/>
        <p:txBody>
          <a:bodyPr/>
          <a:lstStyle/>
          <a:p>
            <a:fld id="{30C1BB5D-EF82-4DB3-9DC5-8EF598758AF6}" type="slidenum">
              <a:rPr lang="ko-KR" altLang="en-US" smtClean="0"/>
              <a:t>6</a:t>
            </a:fld>
            <a:endParaRPr lang="ko-KR" altLang="en-US"/>
          </a:p>
        </p:txBody>
      </p:sp>
      <p:pic>
        <p:nvPicPr>
          <p:cNvPr id="8" name="그림 7">
            <a:extLst>
              <a:ext uri="{FF2B5EF4-FFF2-40B4-BE49-F238E27FC236}">
                <a16:creationId xmlns:a16="http://schemas.microsoft.com/office/drawing/2014/main" id="{4525364E-1114-0962-28BC-E85003A2E9E8}"/>
              </a:ext>
            </a:extLst>
          </p:cNvPr>
          <p:cNvPicPr>
            <a:picLocks noChangeAspect="1"/>
          </p:cNvPicPr>
          <p:nvPr/>
        </p:nvPicPr>
        <p:blipFill>
          <a:blip r:embed="rId3"/>
          <a:stretch>
            <a:fillRect/>
          </a:stretch>
        </p:blipFill>
        <p:spPr>
          <a:xfrm>
            <a:off x="630398" y="1461267"/>
            <a:ext cx="5368381" cy="1671932"/>
          </a:xfrm>
          <a:prstGeom prst="rect">
            <a:avLst/>
          </a:prstGeom>
        </p:spPr>
      </p:pic>
      <p:sp>
        <p:nvSpPr>
          <p:cNvPr id="9" name="직사각형 8">
            <a:extLst>
              <a:ext uri="{FF2B5EF4-FFF2-40B4-BE49-F238E27FC236}">
                <a16:creationId xmlns:a16="http://schemas.microsoft.com/office/drawing/2014/main" id="{F8DAC2B8-F79A-EAFB-61B8-A68CD41525DF}"/>
              </a:ext>
            </a:extLst>
          </p:cNvPr>
          <p:cNvSpPr/>
          <p:nvPr/>
        </p:nvSpPr>
        <p:spPr>
          <a:xfrm>
            <a:off x="10216054" y="2183524"/>
            <a:ext cx="1830983" cy="2479128"/>
          </a:xfrm>
          <a:prstGeom prst="rect">
            <a:avLst/>
          </a:prstGeom>
          <a:noFill/>
          <a:ln>
            <a:solidFill>
              <a:srgbClr val="00B05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42532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957C26C-C570-0C4E-2E3C-D1184DE4A24B}"/>
              </a:ext>
            </a:extLst>
          </p:cNvPr>
          <p:cNvSpPr>
            <a:spLocks noGrp="1"/>
          </p:cNvSpPr>
          <p:nvPr>
            <p:ph type="title"/>
          </p:nvPr>
        </p:nvSpPr>
        <p:spPr>
          <a:xfrm>
            <a:off x="692369" y="1244052"/>
            <a:ext cx="3465786" cy="1357258"/>
          </a:xfrm>
        </p:spPr>
        <p:txBody>
          <a:bodyPr>
            <a:normAutofit fontScale="90000"/>
          </a:bodyPr>
          <a:lstStyle/>
          <a:p>
            <a:r>
              <a:rPr lang="en-US" altLang="ko-KR" dirty="0"/>
              <a:t>Example of Integration Test Document</a:t>
            </a:r>
            <a:endParaRPr lang="ko-KR" altLang="en-US" dirty="0"/>
          </a:p>
        </p:txBody>
      </p:sp>
      <p:sp>
        <p:nvSpPr>
          <p:cNvPr id="4" name="슬라이드 번호 개체 틀 3">
            <a:extLst>
              <a:ext uri="{FF2B5EF4-FFF2-40B4-BE49-F238E27FC236}">
                <a16:creationId xmlns:a16="http://schemas.microsoft.com/office/drawing/2014/main" id="{3963DDC9-0DAD-C84C-1E52-6570C42B0FE7}"/>
              </a:ext>
            </a:extLst>
          </p:cNvPr>
          <p:cNvSpPr>
            <a:spLocks noGrp="1"/>
          </p:cNvSpPr>
          <p:nvPr>
            <p:ph type="sldNum" sz="quarter" idx="12"/>
          </p:nvPr>
        </p:nvSpPr>
        <p:spPr/>
        <p:txBody>
          <a:bodyPr/>
          <a:lstStyle/>
          <a:p>
            <a:fld id="{30C1BB5D-EF82-4DB3-9DC5-8EF598758AF6}" type="slidenum">
              <a:rPr lang="ko-KR" altLang="en-US" smtClean="0"/>
              <a:t>7</a:t>
            </a:fld>
            <a:endParaRPr lang="ko-KR" altLang="en-US"/>
          </a:p>
        </p:txBody>
      </p:sp>
      <p:graphicFrame>
        <p:nvGraphicFramePr>
          <p:cNvPr id="6" name="표 5">
            <a:extLst>
              <a:ext uri="{FF2B5EF4-FFF2-40B4-BE49-F238E27FC236}">
                <a16:creationId xmlns:a16="http://schemas.microsoft.com/office/drawing/2014/main" id="{4FE1A687-07D0-2534-C610-2A14DB8C9431}"/>
              </a:ext>
            </a:extLst>
          </p:cNvPr>
          <p:cNvGraphicFramePr>
            <a:graphicFrameLocks noGrp="1"/>
          </p:cNvGraphicFramePr>
          <p:nvPr>
            <p:extLst>
              <p:ext uri="{D42A27DB-BD31-4B8C-83A1-F6EECF244321}">
                <p14:modId xmlns:p14="http://schemas.microsoft.com/office/powerpoint/2010/main" val="2989045207"/>
              </p:ext>
            </p:extLst>
          </p:nvPr>
        </p:nvGraphicFramePr>
        <p:xfrm>
          <a:off x="5293273" y="987397"/>
          <a:ext cx="5393835" cy="5734078"/>
        </p:xfrm>
        <a:graphic>
          <a:graphicData uri="http://schemas.openxmlformats.org/drawingml/2006/table">
            <a:tbl>
              <a:tblPr firstRow="1" firstCol="1" bandRow="1"/>
              <a:tblGrid>
                <a:gridCol w="1749020">
                  <a:extLst>
                    <a:ext uri="{9D8B030D-6E8A-4147-A177-3AD203B41FA5}">
                      <a16:colId xmlns:a16="http://schemas.microsoft.com/office/drawing/2014/main" val="1035637746"/>
                    </a:ext>
                  </a:extLst>
                </a:gridCol>
                <a:gridCol w="1441891">
                  <a:extLst>
                    <a:ext uri="{9D8B030D-6E8A-4147-A177-3AD203B41FA5}">
                      <a16:colId xmlns:a16="http://schemas.microsoft.com/office/drawing/2014/main" val="2360828727"/>
                    </a:ext>
                  </a:extLst>
                </a:gridCol>
                <a:gridCol w="809527">
                  <a:extLst>
                    <a:ext uri="{9D8B030D-6E8A-4147-A177-3AD203B41FA5}">
                      <a16:colId xmlns:a16="http://schemas.microsoft.com/office/drawing/2014/main" val="1311050112"/>
                    </a:ext>
                  </a:extLst>
                </a:gridCol>
                <a:gridCol w="1393397">
                  <a:extLst>
                    <a:ext uri="{9D8B030D-6E8A-4147-A177-3AD203B41FA5}">
                      <a16:colId xmlns:a16="http://schemas.microsoft.com/office/drawing/2014/main" val="2845797502"/>
                    </a:ext>
                  </a:extLst>
                </a:gridCol>
              </a:tblGrid>
              <a:tr h="200012">
                <a:tc>
                  <a:txBody>
                    <a:bodyPr/>
                    <a:lstStyle/>
                    <a:p>
                      <a:pPr algn="ctr"/>
                      <a:r>
                        <a:rPr lang="en-US" sz="1050" b="1" kern="100">
                          <a:solidFill>
                            <a:srgbClr val="000000"/>
                          </a:solidFill>
                          <a:effectLst/>
                          <a:latin typeface="Arial" panose="020B0604020202020204" pitchFamily="34" charset="0"/>
                          <a:ea typeface="Times New Roman" panose="02020603050405020304" pitchFamily="18" charset="0"/>
                        </a:rPr>
                        <a:t>C</a:t>
                      </a:r>
                      <a:r>
                        <a:rPr lang="en-US" sz="1050" b="1" kern="100">
                          <a:solidFill>
                            <a:srgbClr val="000000"/>
                          </a:solidFill>
                          <a:effectLst/>
                          <a:latin typeface="Arial" panose="020B0604020202020204" pitchFamily="34" charset="0"/>
                          <a:ea typeface="SimSun" panose="02010600030101010101" pitchFamily="2" charset="-122"/>
                        </a:rPr>
                        <a:t>lass</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050" b="1" kern="100">
                          <a:solidFill>
                            <a:srgbClr val="000000"/>
                          </a:solidFill>
                          <a:effectLst/>
                          <a:latin typeface="Arial" panose="020B0604020202020204" pitchFamily="34" charset="0"/>
                          <a:ea typeface="SimSun" panose="02010600030101010101" pitchFamily="2" charset="-122"/>
                        </a:rPr>
                        <a:t>Function</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050" b="1" kern="100">
                          <a:solidFill>
                            <a:srgbClr val="000000"/>
                          </a:solidFill>
                          <a:effectLst/>
                          <a:latin typeface="Arial" panose="020B0604020202020204" pitchFamily="34" charset="0"/>
                          <a:ea typeface="Times New Roman" panose="02020603050405020304" pitchFamily="18" charset="0"/>
                        </a:rPr>
                        <a:t>Author</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050" b="1" kern="100">
                          <a:solidFill>
                            <a:srgbClr val="000000"/>
                          </a:solidFill>
                          <a:effectLst/>
                          <a:latin typeface="Arial" panose="020B0604020202020204" pitchFamily="34" charset="0"/>
                          <a:ea typeface="Times New Roman" panose="02020603050405020304" pitchFamily="18" charset="0"/>
                        </a:rPr>
                        <a:t>Date</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43926527"/>
                  </a:ext>
                </a:extLst>
              </a:tr>
              <a:tr h="564581">
                <a:tc>
                  <a:txBody>
                    <a:bodyPr/>
                    <a:lstStyle/>
                    <a:p>
                      <a:pPr algn="ctr"/>
                      <a:r>
                        <a:rPr lang="en-US" sz="1050" kern="100" dirty="0">
                          <a:solidFill>
                            <a:srgbClr val="000000"/>
                          </a:solidFill>
                          <a:effectLst/>
                          <a:latin typeface="Courier New" panose="02070309020205020404" pitchFamily="49" charset="0"/>
                          <a:ea typeface="SimSun" panose="02010600030101010101" pitchFamily="2" charset="-122"/>
                        </a:rPr>
                        <a:t>System</a:t>
                      </a:r>
                      <a:endParaRPr lang="ko-KR" sz="1100" kern="100" dirty="0">
                        <a:effectLst/>
                        <a:latin typeface="Times New Roman" panose="02020603050405020304" pitchFamily="18" charset="0"/>
                        <a:ea typeface="SimSun" panose="02010600030101010101" pitchFamily="2" charset="-122"/>
                      </a:endParaRPr>
                    </a:p>
                    <a:p>
                      <a:pPr algn="ctr"/>
                      <a:r>
                        <a:rPr lang="en-US" sz="1050" kern="100" dirty="0" err="1">
                          <a:solidFill>
                            <a:srgbClr val="000000"/>
                          </a:solidFill>
                          <a:effectLst/>
                          <a:latin typeface="Courier New" panose="02070309020205020404" pitchFamily="49" charset="0"/>
                          <a:ea typeface="SimSun" panose="02010600030101010101" pitchFamily="2" charset="-122"/>
                        </a:rPr>
                        <a:t>LoginManager</a:t>
                      </a:r>
                      <a:endParaRPr lang="ko-KR" sz="1100" kern="100" dirty="0">
                        <a:effectLst/>
                        <a:latin typeface="Times New Roman" panose="02020603050405020304" pitchFamily="18" charset="0"/>
                        <a:ea typeface="SimSun" panose="02010600030101010101" pitchFamily="2" charset="-122"/>
                      </a:endParaRPr>
                    </a:p>
                    <a:p>
                      <a:pPr algn="ctr"/>
                      <a:r>
                        <a:rPr lang="en-US" sz="1050" kern="100" dirty="0" err="1">
                          <a:solidFill>
                            <a:srgbClr val="000000"/>
                          </a:solidFill>
                          <a:effectLst/>
                          <a:latin typeface="Courier New" panose="02070309020205020404" pitchFamily="49" charset="0"/>
                          <a:ea typeface="SimSun" panose="02010600030101010101" pitchFamily="2" charset="-122"/>
                        </a:rPr>
                        <a:t>StorageManager</a:t>
                      </a:r>
                      <a:r>
                        <a:rPr lang="en-US" sz="1050" kern="100" dirty="0">
                          <a:solidFill>
                            <a:srgbClr val="000000"/>
                          </a:solidFill>
                          <a:effectLst/>
                          <a:latin typeface="Courier New" panose="02070309020205020404" pitchFamily="49" charset="0"/>
                          <a:ea typeface="SimSun" panose="02010600030101010101" pitchFamily="2" charset="-122"/>
                        </a:rPr>
                        <a:t> </a:t>
                      </a:r>
                      <a:endParaRPr lang="ko-KR" sz="1100" kern="100" dirty="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050" kern="100">
                          <a:solidFill>
                            <a:srgbClr val="000000"/>
                          </a:solidFill>
                          <a:effectLst/>
                          <a:latin typeface="Arial" panose="020B0604020202020204" pitchFamily="34" charset="0"/>
                          <a:ea typeface="SimSun" panose="02010600030101010101" pitchFamily="2" charset="-122"/>
                        </a:rPr>
                        <a:t>Log onto the system </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ko-KR" sz="1000" kern="100">
                        <a:effectLst/>
                        <a:latin typeface="맑은 고딕" panose="020B0503020000020004" pitchFamily="50" charset="-127"/>
                        <a:ea typeface="맑은 고딕" panose="020B0503020000020004" pitchFamily="50" charset="-127"/>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ko-KR" sz="1000" kern="100">
                        <a:effectLst/>
                        <a:latin typeface="맑은 고딕" panose="020B0503020000020004" pitchFamily="50" charset="-127"/>
                        <a:ea typeface="맑은 고딕" panose="020B0503020000020004" pitchFamily="50" charset="-127"/>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58465294"/>
                  </a:ext>
                </a:extLst>
              </a:tr>
              <a:tr h="200012">
                <a:tc gridSpan="4">
                  <a:txBody>
                    <a:bodyPr/>
                    <a:lstStyle/>
                    <a:p>
                      <a:pPr indent="68580"/>
                      <a:r>
                        <a:rPr lang="en-US" sz="1050" b="1" kern="100">
                          <a:solidFill>
                            <a:srgbClr val="000000"/>
                          </a:solidFill>
                          <a:effectLst/>
                          <a:latin typeface="Arial" panose="020B0604020202020204" pitchFamily="34" charset="0"/>
                          <a:ea typeface="Times New Roman" panose="02020603050405020304" pitchFamily="18" charset="0"/>
                        </a:rPr>
                        <a:t>Test Case Description </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88306336"/>
                  </a:ext>
                </a:extLst>
              </a:tr>
              <a:tr h="382296">
                <a:tc gridSpan="4">
                  <a:txBody>
                    <a:bodyPr/>
                    <a:lstStyle/>
                    <a:p>
                      <a:r>
                        <a:rPr lang="en-US" sz="1050" kern="100">
                          <a:solidFill>
                            <a:srgbClr val="000000"/>
                          </a:solidFill>
                          <a:effectLst/>
                          <a:latin typeface="Arial" panose="020B0604020202020204" pitchFamily="34" charset="0"/>
                          <a:ea typeface="SimSun" panose="02010600030101010101" pitchFamily="2" charset="-122"/>
                        </a:rPr>
                        <a:t>Validate that </a:t>
                      </a:r>
                      <a:r>
                        <a:rPr lang="en-US" sz="1050" kern="100">
                          <a:solidFill>
                            <a:srgbClr val="000000"/>
                          </a:solidFill>
                          <a:effectLst/>
                          <a:latin typeface="Courier New" panose="02070309020205020404" pitchFamily="49" charset="0"/>
                          <a:ea typeface="SimSun" panose="02010600030101010101" pitchFamily="2" charset="-122"/>
                        </a:rPr>
                        <a:t>SafeHomeSystem</a:t>
                      </a:r>
                      <a:r>
                        <a:rPr lang="en-US" sz="1050" kern="100">
                          <a:solidFill>
                            <a:srgbClr val="000000"/>
                          </a:solidFill>
                          <a:effectLst/>
                          <a:latin typeface="Arial" panose="020B0604020202020204" pitchFamily="34" charset="0"/>
                          <a:ea typeface="SimSun" panose="02010600030101010101" pitchFamily="2" charset="-122"/>
                        </a:rPr>
                        <a:t> successfully authenticates the master user when valid credentials are provided and </a:t>
                      </a:r>
                      <a:r>
                        <a:rPr lang="en-US" sz="1050" kern="100">
                          <a:solidFill>
                            <a:srgbClr val="000000"/>
                          </a:solidFill>
                          <a:effectLst/>
                          <a:latin typeface="Courier New" panose="02070309020205020404" pitchFamily="49" charset="0"/>
                          <a:ea typeface="SimSun" panose="02010600030101010101" pitchFamily="2" charset="-122"/>
                        </a:rPr>
                        <a:t>StorageManager</a:t>
                      </a:r>
                      <a:r>
                        <a:rPr lang="en-US" sz="1050" kern="100">
                          <a:solidFill>
                            <a:srgbClr val="000000"/>
                          </a:solidFill>
                          <a:effectLst/>
                          <a:latin typeface="Arial" panose="020B0604020202020204" pitchFamily="34" charset="0"/>
                          <a:ea typeface="SimSun" panose="02010600030101010101" pitchFamily="2" charset="-122"/>
                        </a:rPr>
                        <a:t> returns the matching login record.</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11023816"/>
                  </a:ext>
                </a:extLst>
              </a:tr>
              <a:tr h="200012">
                <a:tc gridSpan="4">
                  <a:txBody>
                    <a:bodyPr/>
                    <a:lstStyle/>
                    <a:p>
                      <a:pPr indent="69850"/>
                      <a:r>
                        <a:rPr lang="en-US" sz="1050" b="1" kern="100">
                          <a:solidFill>
                            <a:srgbClr val="000000"/>
                          </a:solidFill>
                          <a:effectLst/>
                          <a:latin typeface="Arial" panose="020B0604020202020204" pitchFamily="34" charset="0"/>
                          <a:ea typeface="SimSun" panose="02010600030101010101" pitchFamily="2" charset="-122"/>
                        </a:rPr>
                        <a:t>Input Specifications </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859239378"/>
                  </a:ext>
                </a:extLst>
              </a:tr>
              <a:tr h="382296">
                <a:tc gridSpan="4">
                  <a:txBody>
                    <a:bodyPr/>
                    <a:lstStyle/>
                    <a:p>
                      <a:r>
                        <a:rPr lang="en-US" sz="1050" kern="100">
                          <a:solidFill>
                            <a:srgbClr val="000000"/>
                          </a:solidFill>
                          <a:effectLst/>
                          <a:latin typeface="Arial" panose="020B0604020202020204" pitchFamily="34" charset="0"/>
                          <a:ea typeface="SimSun" panose="02010600030101010101" pitchFamily="2" charset="-122"/>
                        </a:rPr>
                        <a:t>Database has predefined username and password: “master” and “1234”</a:t>
                      </a:r>
                      <a:endParaRPr lang="ko-KR" sz="1100" kern="100">
                        <a:effectLst/>
                        <a:latin typeface="Times New Roman" panose="02020603050405020304" pitchFamily="18" charset="0"/>
                        <a:ea typeface="SimSun" panose="02010600030101010101" pitchFamily="2" charset="-122"/>
                      </a:endParaRPr>
                    </a:p>
                    <a:p>
                      <a:r>
                        <a:rPr lang="en-US" sz="1050" kern="100">
                          <a:solidFill>
                            <a:srgbClr val="000000"/>
                          </a:solidFill>
                          <a:effectLst/>
                          <a:latin typeface="Arial" panose="020B0604020202020204" pitchFamily="34" charset="0"/>
                          <a:ea typeface="SimSun" panose="02010600030101010101" pitchFamily="2" charset="-122"/>
                        </a:rPr>
                        <a:t>Put list username and password: (["master", "1234”])</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232575842"/>
                  </a:ext>
                </a:extLst>
              </a:tr>
              <a:tr h="200012">
                <a:tc gridSpan="4">
                  <a:txBody>
                    <a:bodyPr/>
                    <a:lstStyle/>
                    <a:p>
                      <a:r>
                        <a:rPr lang="en-US" sz="1050" b="1" kern="100">
                          <a:solidFill>
                            <a:srgbClr val="000000"/>
                          </a:solidFill>
                          <a:effectLst/>
                          <a:latin typeface="Arial" panose="020B0604020202020204" pitchFamily="34" charset="0"/>
                          <a:ea typeface="바탕" panose="02030600000101010101" pitchFamily="18" charset="-127"/>
                        </a:rPr>
                        <a:t>Detailed Step</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94646554"/>
                  </a:ext>
                </a:extLst>
              </a:tr>
              <a:tr h="1840572">
                <a:tc gridSpan="4">
                  <a:txBody>
                    <a:bodyPr/>
                    <a:lstStyle/>
                    <a:p>
                      <a:r>
                        <a:rPr lang="en-US" sz="1050" kern="100" dirty="0">
                          <a:solidFill>
                            <a:srgbClr val="000000"/>
                          </a:solidFill>
                          <a:effectLst/>
                          <a:latin typeface="Arial" panose="020B0604020202020204" pitchFamily="34" charset="0"/>
                          <a:ea typeface="SimSun" panose="02010600030101010101" pitchFamily="2" charset="-122"/>
                        </a:rPr>
                        <a:t>1. Initialize </a:t>
                      </a:r>
                      <a:r>
                        <a:rPr lang="en-US" sz="1050" kern="100" dirty="0" err="1">
                          <a:solidFill>
                            <a:srgbClr val="000000"/>
                          </a:solidFill>
                          <a:effectLst/>
                          <a:latin typeface="Courier New" panose="02070309020205020404" pitchFamily="49" charset="0"/>
                          <a:ea typeface="SimSun" panose="02010600030101010101" pitchFamily="2" charset="-122"/>
                        </a:rPr>
                        <a:t>SafeHomeSystem</a:t>
                      </a:r>
                      <a:r>
                        <a:rPr lang="en-US" sz="1050" kern="100" dirty="0">
                          <a:solidFill>
                            <a:srgbClr val="000000"/>
                          </a:solidFill>
                          <a:effectLst/>
                          <a:latin typeface="Arial" panose="020B0604020202020204" pitchFamily="34" charset="0"/>
                          <a:ea typeface="SimSun" panose="02010600030101010101" pitchFamily="2" charset="-122"/>
                        </a:rPr>
                        <a:t>, which internally creates an instance of </a:t>
                      </a:r>
                      <a:r>
                        <a:rPr lang="en-US" sz="1050" kern="100" dirty="0" err="1">
                          <a:solidFill>
                            <a:srgbClr val="000000"/>
                          </a:solidFill>
                          <a:effectLst/>
                          <a:latin typeface="Courier New" panose="02070309020205020404" pitchFamily="49" charset="0"/>
                          <a:ea typeface="SimSun" panose="02010600030101010101" pitchFamily="2" charset="-122"/>
                        </a:rPr>
                        <a:t>LoginManager</a:t>
                      </a:r>
                      <a:r>
                        <a:rPr lang="en-US" sz="1050" kern="100" dirty="0">
                          <a:solidFill>
                            <a:srgbClr val="000000"/>
                          </a:solidFill>
                          <a:effectLst/>
                          <a:latin typeface="Arial" panose="020B0604020202020204" pitchFamily="34" charset="0"/>
                          <a:ea typeface="SimSun" panose="02010600030101010101" pitchFamily="2" charset="-122"/>
                        </a:rPr>
                        <a:t> and prepares </a:t>
                      </a:r>
                      <a:r>
                        <a:rPr lang="en-US" sz="1050" kern="100" dirty="0" err="1">
                          <a:solidFill>
                            <a:srgbClr val="000000"/>
                          </a:solidFill>
                          <a:effectLst/>
                          <a:latin typeface="Courier New" panose="02070309020205020404" pitchFamily="49" charset="0"/>
                          <a:ea typeface="SimSun" panose="02010600030101010101" pitchFamily="2" charset="-122"/>
                        </a:rPr>
                        <a:t>StorageManager</a:t>
                      </a:r>
                      <a:r>
                        <a:rPr lang="en-US" sz="1050" kern="100" dirty="0">
                          <a:solidFill>
                            <a:srgbClr val="000000"/>
                          </a:solidFill>
                          <a:effectLst/>
                          <a:latin typeface="Arial" panose="020B0604020202020204" pitchFamily="34" charset="0"/>
                          <a:ea typeface="SimSun" panose="02010600030101010101" pitchFamily="2" charset="-122"/>
                        </a:rPr>
                        <a:t>.</a:t>
                      </a:r>
                      <a:endParaRPr lang="ko-KR" sz="1100" kern="100" dirty="0">
                        <a:effectLst/>
                        <a:latin typeface="Times New Roman" panose="02020603050405020304" pitchFamily="18" charset="0"/>
                        <a:ea typeface="SimSun" panose="02010600030101010101" pitchFamily="2" charset="-122"/>
                      </a:endParaRPr>
                    </a:p>
                    <a:p>
                      <a:r>
                        <a:rPr lang="en-US" sz="1050" kern="100" dirty="0">
                          <a:solidFill>
                            <a:srgbClr val="000000"/>
                          </a:solidFill>
                          <a:effectLst/>
                          <a:latin typeface="Arial" panose="020B0604020202020204" pitchFamily="34" charset="0"/>
                          <a:ea typeface="SimSun" panose="02010600030101010101" pitchFamily="2" charset="-122"/>
                        </a:rPr>
                        <a:t>2. Call </a:t>
                      </a:r>
                      <a:r>
                        <a:rPr lang="en-US" sz="1050" kern="100" dirty="0" err="1">
                          <a:solidFill>
                            <a:srgbClr val="000000"/>
                          </a:solidFill>
                          <a:effectLst/>
                          <a:latin typeface="Courier New" panose="02070309020205020404" pitchFamily="49" charset="0"/>
                          <a:ea typeface="SimSun" panose="02010600030101010101" pitchFamily="2" charset="-122"/>
                        </a:rPr>
                        <a:t>SafeHomeSystem.login</a:t>
                      </a:r>
                      <a:r>
                        <a:rPr lang="en-US" sz="1050" kern="100" dirty="0">
                          <a:solidFill>
                            <a:srgbClr val="000000"/>
                          </a:solidFill>
                          <a:effectLst/>
                          <a:latin typeface="Courier New" panose="02070309020205020404" pitchFamily="49" charset="0"/>
                          <a:ea typeface="SimSun" panose="02010600030101010101" pitchFamily="2" charset="-122"/>
                        </a:rPr>
                        <a:t>()</a:t>
                      </a:r>
                      <a:r>
                        <a:rPr lang="en-US" sz="1050" kern="100" dirty="0">
                          <a:solidFill>
                            <a:srgbClr val="000000"/>
                          </a:solidFill>
                          <a:effectLst/>
                          <a:latin typeface="Arial" panose="020B0604020202020204" pitchFamily="34" charset="0"/>
                          <a:ea typeface="SimSun" panose="02010600030101010101" pitchFamily="2" charset="-122"/>
                        </a:rPr>
                        <a:t> with "master" as the username and "1234" as the password.</a:t>
                      </a:r>
                      <a:endParaRPr lang="ko-KR" sz="1100" kern="100" dirty="0">
                        <a:effectLst/>
                        <a:latin typeface="Times New Roman" panose="02020603050405020304" pitchFamily="18" charset="0"/>
                        <a:ea typeface="SimSun" panose="02010600030101010101" pitchFamily="2" charset="-122"/>
                      </a:endParaRPr>
                    </a:p>
                    <a:p>
                      <a:r>
                        <a:rPr lang="en-US" sz="1050" kern="100" dirty="0">
                          <a:solidFill>
                            <a:srgbClr val="000000"/>
                          </a:solidFill>
                          <a:effectLst/>
                          <a:latin typeface="Arial" panose="020B0604020202020204" pitchFamily="34" charset="0"/>
                          <a:ea typeface="SimSun" panose="02010600030101010101" pitchFamily="2" charset="-122"/>
                        </a:rPr>
                        <a:t>3. Allow </a:t>
                      </a:r>
                      <a:r>
                        <a:rPr lang="en-US" sz="1050" kern="100" dirty="0" err="1">
                          <a:solidFill>
                            <a:srgbClr val="000000"/>
                          </a:solidFill>
                          <a:effectLst/>
                          <a:latin typeface="Courier New" panose="02070309020205020404" pitchFamily="49" charset="0"/>
                          <a:ea typeface="SimSun" panose="02010600030101010101" pitchFamily="2" charset="-122"/>
                        </a:rPr>
                        <a:t>LoginManager</a:t>
                      </a:r>
                      <a:r>
                        <a:rPr lang="en-US" sz="1050" kern="100" dirty="0">
                          <a:solidFill>
                            <a:srgbClr val="000000"/>
                          </a:solidFill>
                          <a:effectLst/>
                          <a:latin typeface="Arial" panose="020B0604020202020204" pitchFamily="34" charset="0"/>
                          <a:ea typeface="SimSun" panose="02010600030101010101" pitchFamily="2" charset="-122"/>
                        </a:rPr>
                        <a:t> to validate the provided credentials by comparing them against the stored credentials retrieved from </a:t>
                      </a:r>
                      <a:r>
                        <a:rPr lang="en-US" sz="1050" kern="100" dirty="0" err="1">
                          <a:solidFill>
                            <a:srgbClr val="000000"/>
                          </a:solidFill>
                          <a:effectLst/>
                          <a:latin typeface="Courier New" panose="02070309020205020404" pitchFamily="49" charset="0"/>
                          <a:ea typeface="SimSun" panose="02010600030101010101" pitchFamily="2" charset="-122"/>
                        </a:rPr>
                        <a:t>StorageManager</a:t>
                      </a:r>
                      <a:r>
                        <a:rPr lang="en-US" sz="1050" kern="100" dirty="0">
                          <a:solidFill>
                            <a:srgbClr val="000000"/>
                          </a:solidFill>
                          <a:effectLst/>
                          <a:latin typeface="Arial" panose="020B0604020202020204" pitchFamily="34" charset="0"/>
                          <a:ea typeface="SimSun" panose="02010600030101010101" pitchFamily="2" charset="-122"/>
                        </a:rPr>
                        <a:t>.</a:t>
                      </a:r>
                      <a:endParaRPr lang="ko-KR" sz="1100" kern="100" dirty="0">
                        <a:effectLst/>
                        <a:latin typeface="Times New Roman" panose="02020603050405020304" pitchFamily="18" charset="0"/>
                        <a:ea typeface="SimSun" panose="02010600030101010101" pitchFamily="2" charset="-122"/>
                      </a:endParaRPr>
                    </a:p>
                    <a:p>
                      <a:r>
                        <a:rPr lang="en-US" sz="1050" kern="100" dirty="0">
                          <a:solidFill>
                            <a:srgbClr val="000000"/>
                          </a:solidFill>
                          <a:effectLst/>
                          <a:latin typeface="Arial" panose="020B0604020202020204" pitchFamily="34" charset="0"/>
                          <a:ea typeface="SimSun" panose="02010600030101010101" pitchFamily="2" charset="-122"/>
                        </a:rPr>
                        <a:t>4. After successful authentication, </a:t>
                      </a:r>
                      <a:r>
                        <a:rPr lang="en-US" sz="1050" kern="100" dirty="0" err="1">
                          <a:solidFill>
                            <a:srgbClr val="000000"/>
                          </a:solidFill>
                          <a:effectLst/>
                          <a:latin typeface="Courier New" panose="02070309020205020404" pitchFamily="49" charset="0"/>
                          <a:ea typeface="SimSun" panose="02010600030101010101" pitchFamily="2" charset="-122"/>
                        </a:rPr>
                        <a:t>SafeHomeSystem</a:t>
                      </a:r>
                      <a:r>
                        <a:rPr lang="en-US" sz="1050" kern="100" dirty="0">
                          <a:solidFill>
                            <a:srgbClr val="000000"/>
                          </a:solidFill>
                          <a:effectLst/>
                          <a:latin typeface="Arial" panose="020B0604020202020204" pitchFamily="34" charset="0"/>
                          <a:ea typeface="SimSun" panose="02010600030101010101" pitchFamily="2" charset="-122"/>
                        </a:rPr>
                        <a:t> resets the login attempt counter and returns the access code for master.</a:t>
                      </a:r>
                      <a:endParaRPr lang="ko-KR" sz="1100" kern="100" dirty="0">
                        <a:effectLst/>
                        <a:latin typeface="Times New Roman" panose="02020603050405020304" pitchFamily="18" charset="0"/>
                        <a:ea typeface="SimSun" panose="02010600030101010101" pitchFamily="2" charset="-122"/>
                      </a:endParaRPr>
                    </a:p>
                    <a:p>
                      <a:r>
                        <a:rPr lang="en-US" sz="1050" kern="100" dirty="0">
                          <a:solidFill>
                            <a:srgbClr val="000000"/>
                          </a:solidFill>
                          <a:effectLst/>
                          <a:latin typeface="Arial" panose="020B0604020202020204" pitchFamily="34" charset="0"/>
                          <a:ea typeface="SimSun" panose="02010600030101010101" pitchFamily="2" charset="-122"/>
                        </a:rPr>
                        <a:t>5. Confirm that </a:t>
                      </a:r>
                      <a:r>
                        <a:rPr lang="en-US" sz="1050" kern="100" dirty="0" err="1">
                          <a:solidFill>
                            <a:srgbClr val="000000"/>
                          </a:solidFill>
                          <a:effectLst/>
                          <a:latin typeface="Courier New" panose="02070309020205020404" pitchFamily="49" charset="0"/>
                          <a:ea typeface="SimSun" panose="02010600030101010101" pitchFamily="2" charset="-122"/>
                        </a:rPr>
                        <a:t>SafeHomeSystem</a:t>
                      </a:r>
                      <a:r>
                        <a:rPr lang="en-US" sz="1050" kern="100" dirty="0">
                          <a:solidFill>
                            <a:srgbClr val="000000"/>
                          </a:solidFill>
                          <a:effectLst/>
                          <a:latin typeface="Arial" panose="020B0604020202020204" pitchFamily="34" charset="0"/>
                          <a:ea typeface="SimSun" panose="02010600030101010101" pitchFamily="2" charset="-122"/>
                        </a:rPr>
                        <a:t> does not increment the login attempt count after the successful authentication response.</a:t>
                      </a:r>
                      <a:endParaRPr lang="ko-KR" sz="1100" kern="100" dirty="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098882749"/>
                  </a:ext>
                </a:extLst>
              </a:tr>
              <a:tr h="200012">
                <a:tc gridSpan="4">
                  <a:txBody>
                    <a:bodyPr/>
                    <a:lstStyle/>
                    <a:p>
                      <a:r>
                        <a:rPr lang="en-US" sz="1050" b="1" kern="100">
                          <a:solidFill>
                            <a:srgbClr val="000000"/>
                          </a:solidFill>
                          <a:effectLst/>
                          <a:latin typeface="맑은 고딕" panose="020B0503020000020004" pitchFamily="50" charset="-127"/>
                          <a:ea typeface="SimSun" panose="02010600030101010101" pitchFamily="2" charset="-122"/>
                          <a:cs typeface="바탕" panose="02030600000101010101" pitchFamily="18" charset="-127"/>
                        </a:rPr>
                        <a:t>Expected Result</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903088858"/>
                  </a:ext>
                </a:extLst>
              </a:tr>
              <a:tr h="382296">
                <a:tc gridSpan="4">
                  <a:txBody>
                    <a:bodyPr/>
                    <a:lstStyle/>
                    <a:p>
                      <a:r>
                        <a:rPr lang="en-US" sz="1050" kern="100">
                          <a:solidFill>
                            <a:srgbClr val="000000"/>
                          </a:solidFill>
                          <a:effectLst/>
                          <a:latin typeface="Courier New" panose="02070309020205020404" pitchFamily="49" charset="0"/>
                          <a:ea typeface="SimSun" panose="02010600030101010101" pitchFamily="2" charset="-122"/>
                        </a:rPr>
                        <a:t>login()</a:t>
                      </a:r>
                      <a:r>
                        <a:rPr lang="en-US" sz="1050" kern="100">
                          <a:solidFill>
                            <a:srgbClr val="000000"/>
                          </a:solidFill>
                          <a:effectLst/>
                          <a:latin typeface="Arial" panose="020B0604020202020204" pitchFamily="34" charset="0"/>
                          <a:ea typeface="SimSun" panose="02010600030101010101" pitchFamily="2" charset="-122"/>
                        </a:rPr>
                        <a:t> of </a:t>
                      </a:r>
                      <a:r>
                        <a:rPr lang="en-US" sz="1050" kern="100">
                          <a:solidFill>
                            <a:srgbClr val="000000"/>
                          </a:solidFill>
                          <a:effectLst/>
                          <a:latin typeface="Courier New" panose="02070309020205020404" pitchFamily="49" charset="0"/>
                          <a:ea typeface="SimSun" panose="02010600030101010101" pitchFamily="2" charset="-122"/>
                        </a:rPr>
                        <a:t>System </a:t>
                      </a:r>
                      <a:r>
                        <a:rPr lang="en-US" sz="1050" kern="100">
                          <a:solidFill>
                            <a:srgbClr val="000000"/>
                          </a:solidFill>
                          <a:effectLst/>
                          <a:latin typeface="Arial" panose="020B0604020202020204" pitchFamily="34" charset="0"/>
                          <a:ea typeface="SimSun" panose="02010600030101010101" pitchFamily="2" charset="-122"/>
                        </a:rPr>
                        <a:t>class returns the </a:t>
                      </a:r>
                      <a:r>
                        <a:rPr lang="en-US" sz="1050" kern="100">
                          <a:solidFill>
                            <a:srgbClr val="000000"/>
                          </a:solidFill>
                          <a:effectLst/>
                          <a:latin typeface="Courier New" panose="02070309020205020404" pitchFamily="49" charset="0"/>
                          <a:ea typeface="SimSun" panose="02010600030101010101" pitchFamily="2" charset="-122"/>
                        </a:rPr>
                        <a:t>MASTER_ACCESS </a:t>
                      </a:r>
                      <a:r>
                        <a:rPr lang="en-US" sz="1050" kern="100">
                          <a:solidFill>
                            <a:srgbClr val="000000"/>
                          </a:solidFill>
                          <a:effectLst/>
                          <a:latin typeface="Arial" panose="020B0604020202020204" pitchFamily="34" charset="0"/>
                          <a:ea typeface="SimSun" panose="02010600030101010101" pitchFamily="2" charset="-122"/>
                        </a:rPr>
                        <a:t>(0x01).</a:t>
                      </a:r>
                      <a:endParaRPr lang="ko-KR" sz="1100" kern="100">
                        <a:effectLst/>
                        <a:latin typeface="Times New Roman" panose="02020603050405020304" pitchFamily="18" charset="0"/>
                        <a:ea typeface="SimSun" panose="02010600030101010101" pitchFamily="2" charset="-122"/>
                      </a:endParaRPr>
                    </a:p>
                    <a:p>
                      <a:r>
                        <a:rPr lang="en-US" sz="1050" kern="100">
                          <a:solidFill>
                            <a:srgbClr val="000000"/>
                          </a:solidFill>
                          <a:effectLst/>
                          <a:latin typeface="Courier New" panose="02070309020205020404" pitchFamily="49" charset="0"/>
                          <a:ea typeface="SimSun" panose="02010600030101010101" pitchFamily="2" charset="-122"/>
                        </a:rPr>
                        <a:t>login_tries </a:t>
                      </a:r>
                      <a:r>
                        <a:rPr lang="en-US" sz="1050" kern="100">
                          <a:solidFill>
                            <a:srgbClr val="000000"/>
                          </a:solidFill>
                          <a:effectLst/>
                          <a:latin typeface="Arial" panose="020B0604020202020204" pitchFamily="34" charset="0"/>
                          <a:ea typeface="SimSun" panose="02010600030101010101" pitchFamily="2" charset="-122"/>
                        </a:rPr>
                        <a:t>of </a:t>
                      </a:r>
                      <a:r>
                        <a:rPr lang="en-US" sz="1050" kern="100">
                          <a:solidFill>
                            <a:srgbClr val="000000"/>
                          </a:solidFill>
                          <a:effectLst/>
                          <a:latin typeface="Courier New" panose="02070309020205020404" pitchFamily="49" charset="0"/>
                          <a:ea typeface="SimSun" panose="02010600030101010101" pitchFamily="2" charset="-122"/>
                        </a:rPr>
                        <a:t>System </a:t>
                      </a:r>
                      <a:r>
                        <a:rPr lang="en-US" sz="1050" kern="100">
                          <a:solidFill>
                            <a:srgbClr val="000000"/>
                          </a:solidFill>
                          <a:effectLst/>
                          <a:latin typeface="Arial" panose="020B0604020202020204" pitchFamily="34" charset="0"/>
                          <a:ea typeface="SimSun" panose="02010600030101010101" pitchFamily="2" charset="-122"/>
                        </a:rPr>
                        <a:t>equals to 0 after successful authentication.</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51950831"/>
                  </a:ext>
                </a:extLst>
              </a:tr>
              <a:tr h="200012">
                <a:tc gridSpan="4">
                  <a:txBody>
                    <a:bodyPr/>
                    <a:lstStyle/>
                    <a:p>
                      <a:r>
                        <a:rPr lang="en-US" sz="1050" b="1" kern="100">
                          <a:solidFill>
                            <a:srgbClr val="000000"/>
                          </a:solidFill>
                          <a:effectLst/>
                          <a:latin typeface="Arial" panose="020B0604020202020204" pitchFamily="34" charset="0"/>
                          <a:ea typeface="SimSun" panose="02010600030101010101" pitchFamily="2" charset="-122"/>
                        </a:rPr>
                        <a:t>Actual Result (Pass/Fail/Exception)</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92029384"/>
                  </a:ext>
                </a:extLst>
              </a:tr>
              <a:tr h="382296">
                <a:tc gridSpan="4">
                  <a:txBody>
                    <a:bodyPr/>
                    <a:lstStyle/>
                    <a:p>
                      <a:r>
                        <a:rPr lang="en-US" sz="1050" kern="100">
                          <a:solidFill>
                            <a:srgbClr val="000000"/>
                          </a:solidFill>
                          <a:effectLst/>
                          <a:latin typeface="Arial" panose="020B0604020202020204" pitchFamily="34" charset="0"/>
                          <a:ea typeface="SimSun" panose="02010600030101010101" pitchFamily="2" charset="-122"/>
                        </a:rPr>
                        <a:t>Pass: </a:t>
                      </a:r>
                      <a:r>
                        <a:rPr lang="en-US" sz="1050" kern="100">
                          <a:solidFill>
                            <a:srgbClr val="000000"/>
                          </a:solidFill>
                          <a:effectLst/>
                          <a:latin typeface="Courier New" panose="02070309020205020404" pitchFamily="49" charset="0"/>
                          <a:ea typeface="SimSun" panose="02010600030101010101" pitchFamily="2" charset="-122"/>
                        </a:rPr>
                        <a:t>login()</a:t>
                      </a:r>
                      <a:r>
                        <a:rPr lang="en-US" sz="1050" kern="100">
                          <a:solidFill>
                            <a:srgbClr val="000000"/>
                          </a:solidFill>
                          <a:effectLst/>
                          <a:latin typeface="Arial" panose="020B0604020202020204" pitchFamily="34" charset="0"/>
                          <a:ea typeface="SimSun" panose="02010600030101010101" pitchFamily="2" charset="-122"/>
                        </a:rPr>
                        <a:t> of </a:t>
                      </a:r>
                      <a:r>
                        <a:rPr lang="en-US" sz="1050" kern="100">
                          <a:solidFill>
                            <a:srgbClr val="000000"/>
                          </a:solidFill>
                          <a:effectLst/>
                          <a:latin typeface="Courier New" panose="02070309020205020404" pitchFamily="49" charset="0"/>
                          <a:ea typeface="SimSun" panose="02010600030101010101" pitchFamily="2" charset="-122"/>
                        </a:rPr>
                        <a:t>System </a:t>
                      </a:r>
                      <a:r>
                        <a:rPr lang="en-US" sz="1050" kern="100">
                          <a:solidFill>
                            <a:srgbClr val="000000"/>
                          </a:solidFill>
                          <a:effectLst/>
                          <a:latin typeface="Arial" panose="020B0604020202020204" pitchFamily="34" charset="0"/>
                          <a:ea typeface="SimSun" panose="02010600030101010101" pitchFamily="2" charset="-122"/>
                        </a:rPr>
                        <a:t>class returns the </a:t>
                      </a:r>
                      <a:r>
                        <a:rPr lang="en-US" sz="1050" kern="100">
                          <a:solidFill>
                            <a:srgbClr val="000000"/>
                          </a:solidFill>
                          <a:effectLst/>
                          <a:latin typeface="Courier New" panose="02070309020205020404" pitchFamily="49" charset="0"/>
                          <a:ea typeface="SimSun" panose="02010600030101010101" pitchFamily="2" charset="-122"/>
                        </a:rPr>
                        <a:t>MASTER_ACCESS </a:t>
                      </a:r>
                      <a:r>
                        <a:rPr lang="en-US" sz="1050" kern="100">
                          <a:solidFill>
                            <a:srgbClr val="000000"/>
                          </a:solidFill>
                          <a:effectLst/>
                          <a:latin typeface="Arial" panose="020B0604020202020204" pitchFamily="34" charset="0"/>
                          <a:ea typeface="SimSun" panose="02010600030101010101" pitchFamily="2" charset="-122"/>
                        </a:rPr>
                        <a:t>(0x01).</a:t>
                      </a:r>
                      <a:endParaRPr lang="ko-KR" sz="1100" kern="100">
                        <a:effectLst/>
                        <a:latin typeface="Times New Roman" panose="02020603050405020304" pitchFamily="18" charset="0"/>
                        <a:ea typeface="SimSun" panose="02010600030101010101" pitchFamily="2" charset="-122"/>
                      </a:endParaRPr>
                    </a:p>
                    <a:p>
                      <a:r>
                        <a:rPr lang="en-US" sz="1050" kern="100">
                          <a:solidFill>
                            <a:srgbClr val="000000"/>
                          </a:solidFill>
                          <a:effectLst/>
                          <a:latin typeface="Arial" panose="020B0604020202020204" pitchFamily="34" charset="0"/>
                          <a:ea typeface="SimSun" panose="02010600030101010101" pitchFamily="2" charset="-122"/>
                        </a:rPr>
                        <a:t>Pass: </a:t>
                      </a:r>
                      <a:r>
                        <a:rPr lang="en-US" sz="1050" kern="100">
                          <a:solidFill>
                            <a:srgbClr val="000000"/>
                          </a:solidFill>
                          <a:effectLst/>
                          <a:latin typeface="Courier New" panose="02070309020205020404" pitchFamily="49" charset="0"/>
                          <a:ea typeface="SimSun" panose="02010600030101010101" pitchFamily="2" charset="-122"/>
                        </a:rPr>
                        <a:t>login_tries </a:t>
                      </a:r>
                      <a:r>
                        <a:rPr lang="en-US" sz="1050" kern="100">
                          <a:solidFill>
                            <a:srgbClr val="000000"/>
                          </a:solidFill>
                          <a:effectLst/>
                          <a:latin typeface="Arial" panose="020B0604020202020204" pitchFamily="34" charset="0"/>
                          <a:ea typeface="SimSun" panose="02010600030101010101" pitchFamily="2" charset="-122"/>
                        </a:rPr>
                        <a:t>of </a:t>
                      </a:r>
                      <a:r>
                        <a:rPr lang="en-US" sz="1050" kern="100">
                          <a:solidFill>
                            <a:srgbClr val="000000"/>
                          </a:solidFill>
                          <a:effectLst/>
                          <a:latin typeface="Courier New" panose="02070309020205020404" pitchFamily="49" charset="0"/>
                          <a:ea typeface="SimSun" panose="02010600030101010101" pitchFamily="2" charset="-122"/>
                        </a:rPr>
                        <a:t>System </a:t>
                      </a:r>
                      <a:r>
                        <a:rPr lang="en-US" sz="1050" kern="100">
                          <a:solidFill>
                            <a:srgbClr val="000000"/>
                          </a:solidFill>
                          <a:effectLst/>
                          <a:latin typeface="Arial" panose="020B0604020202020204" pitchFamily="34" charset="0"/>
                          <a:ea typeface="SimSun" panose="02010600030101010101" pitchFamily="2" charset="-122"/>
                        </a:rPr>
                        <a:t>equals to 0 after successful authentication.</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76896976"/>
                  </a:ext>
                </a:extLst>
              </a:tr>
              <a:tr h="200012">
                <a:tc gridSpan="4">
                  <a:txBody>
                    <a:bodyPr/>
                    <a:lstStyle/>
                    <a:p>
                      <a:r>
                        <a:rPr lang="en-US" sz="1050" b="1" kern="100">
                          <a:solidFill>
                            <a:srgbClr val="000000"/>
                          </a:solidFill>
                          <a:effectLst/>
                          <a:latin typeface="Arial" panose="020B0604020202020204" pitchFamily="34" charset="0"/>
                          <a:ea typeface="SimSun" panose="02010600030101010101" pitchFamily="2" charset="-122"/>
                        </a:rPr>
                        <a:t>Comment</a:t>
                      </a:r>
                      <a:r>
                        <a:rPr lang="en-US" sz="1050" b="1" kern="100">
                          <a:solidFill>
                            <a:srgbClr val="000000"/>
                          </a:solidFill>
                          <a:effectLst/>
                          <a:latin typeface="Arial" panose="020B0604020202020204" pitchFamily="34" charset="0"/>
                          <a:ea typeface="맑은 고딕" panose="020B0503020000020004" pitchFamily="50" charset="-127"/>
                        </a:rPr>
                        <a:t> (including references)</a:t>
                      </a:r>
                      <a:endParaRPr lang="ko-KR" sz="1100" kern="10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433279477"/>
                  </a:ext>
                </a:extLst>
              </a:tr>
              <a:tr h="399657">
                <a:tc gridSpan="4">
                  <a:txBody>
                    <a:bodyPr/>
                    <a:lstStyle/>
                    <a:p>
                      <a:r>
                        <a:rPr lang="en-US" sz="1100" kern="100" dirty="0">
                          <a:solidFill>
                            <a:srgbClr val="000000"/>
                          </a:solidFill>
                          <a:effectLst/>
                          <a:latin typeface="Times New Roman" panose="02020603050405020304" pitchFamily="18" charset="0"/>
                          <a:ea typeface="맑은 고딕" panose="020B0503020000020004" pitchFamily="50" charset="-127"/>
                        </a:rPr>
                        <a:t>T</a:t>
                      </a:r>
                      <a:r>
                        <a:rPr lang="en-US" sz="1100" kern="100" dirty="0">
                          <a:solidFill>
                            <a:srgbClr val="000000"/>
                          </a:solidFill>
                          <a:effectLst/>
                          <a:latin typeface="Times New Roman" panose="02020603050405020304" pitchFamily="18" charset="0"/>
                          <a:ea typeface="SimSun" panose="02010600030101010101" pitchFamily="2" charset="-122"/>
                        </a:rPr>
                        <a:t>he right half of Sequence Diagram </a:t>
                      </a:r>
                      <a:r>
                        <a:rPr lang="en-US" sz="1100" kern="100" dirty="0">
                          <a:solidFill>
                            <a:srgbClr val="000000"/>
                          </a:solidFill>
                          <a:effectLst/>
                          <a:latin typeface="Times New Roman" panose="02020603050405020304" pitchFamily="18" charset="0"/>
                          <a:ea typeface="맑은 고딕" panose="020B0503020000020004" pitchFamily="50" charset="-127"/>
                        </a:rPr>
                        <a:t>on System, </a:t>
                      </a:r>
                      <a:r>
                        <a:rPr lang="en-US" sz="1100" kern="100" dirty="0" err="1">
                          <a:solidFill>
                            <a:srgbClr val="000000"/>
                          </a:solidFill>
                          <a:effectLst/>
                          <a:latin typeface="Times New Roman" panose="02020603050405020304" pitchFamily="18" charset="0"/>
                          <a:ea typeface="맑은 고딕" panose="020B0503020000020004" pitchFamily="50" charset="-127"/>
                        </a:rPr>
                        <a:t>LoginManager</a:t>
                      </a:r>
                      <a:r>
                        <a:rPr lang="en-US" sz="1100" kern="100" dirty="0">
                          <a:solidFill>
                            <a:srgbClr val="000000"/>
                          </a:solidFill>
                          <a:effectLst/>
                          <a:latin typeface="Times New Roman" panose="02020603050405020304" pitchFamily="18" charset="0"/>
                          <a:ea typeface="맑은 고딕" panose="020B0503020000020004" pitchFamily="50" charset="-127"/>
                        </a:rPr>
                        <a:t>, and </a:t>
                      </a:r>
                      <a:r>
                        <a:rPr lang="en-US" sz="1100" kern="100" dirty="0" err="1">
                          <a:solidFill>
                            <a:srgbClr val="000000"/>
                          </a:solidFill>
                          <a:effectLst/>
                          <a:latin typeface="Times New Roman" panose="02020603050405020304" pitchFamily="18" charset="0"/>
                          <a:ea typeface="맑은 고딕" panose="020B0503020000020004" pitchFamily="50" charset="-127"/>
                        </a:rPr>
                        <a:t>StorageManager</a:t>
                      </a:r>
                      <a:r>
                        <a:rPr lang="en-US" sz="1100" kern="100" dirty="0">
                          <a:solidFill>
                            <a:srgbClr val="000000"/>
                          </a:solidFill>
                          <a:effectLst/>
                          <a:latin typeface="Times New Roman" panose="02020603050405020304" pitchFamily="18" charset="0"/>
                          <a:ea typeface="맑은 고딕" panose="020B0503020000020004" pitchFamily="50" charset="-127"/>
                        </a:rPr>
                        <a:t>,</a:t>
                      </a:r>
                      <a:r>
                        <a:rPr lang="en-US" sz="1100" kern="100" dirty="0">
                          <a:solidFill>
                            <a:srgbClr val="000000"/>
                          </a:solidFill>
                          <a:effectLst/>
                          <a:latin typeface="Times New Roman" panose="02020603050405020304" pitchFamily="18" charset="0"/>
                          <a:ea typeface="SimSun" panose="02010600030101010101" pitchFamily="2" charset="-122"/>
                        </a:rPr>
                        <a:t> page 47</a:t>
                      </a:r>
                      <a:r>
                        <a:rPr lang="en-US" sz="1100" kern="100" dirty="0">
                          <a:solidFill>
                            <a:srgbClr val="000000"/>
                          </a:solidFill>
                          <a:effectLst/>
                          <a:latin typeface="Times New Roman" panose="02020603050405020304" pitchFamily="18" charset="0"/>
                          <a:ea typeface="맑은 고딕" panose="020B0503020000020004" pitchFamily="50" charset="-127"/>
                        </a:rPr>
                        <a:t> of SDS</a:t>
                      </a:r>
                      <a:endParaRPr lang="ko-KR" sz="1100" kern="100" dirty="0">
                        <a:effectLst/>
                        <a:latin typeface="Times New Roman" panose="02020603050405020304" pitchFamily="18" charset="0"/>
                        <a:ea typeface="SimSun" panose="02010600030101010101" pitchFamily="2" charset="-122"/>
                      </a:endParaRPr>
                    </a:p>
                  </a:txBody>
                  <a:tcPr marL="7781" marR="7781" marT="7781" marB="778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065984418"/>
                  </a:ext>
                </a:extLst>
              </a:tr>
            </a:tbl>
          </a:graphicData>
        </a:graphic>
      </p:graphicFrame>
      <p:sp>
        <p:nvSpPr>
          <p:cNvPr id="8" name="TextBox 7">
            <a:extLst>
              <a:ext uri="{FF2B5EF4-FFF2-40B4-BE49-F238E27FC236}">
                <a16:creationId xmlns:a16="http://schemas.microsoft.com/office/drawing/2014/main" id="{873BA097-49CE-C4FF-FFE6-66DF8F0A6259}"/>
              </a:ext>
            </a:extLst>
          </p:cNvPr>
          <p:cNvSpPr txBox="1"/>
          <p:nvPr/>
        </p:nvSpPr>
        <p:spPr>
          <a:xfrm>
            <a:off x="5258785" y="134991"/>
            <a:ext cx="6095342" cy="677108"/>
          </a:xfrm>
          <a:prstGeom prst="rect">
            <a:avLst/>
          </a:prstGeom>
          <a:noFill/>
        </p:spPr>
        <p:txBody>
          <a:bodyPr wrap="square">
            <a:spAutoFit/>
          </a:bodyPr>
          <a:lstStyle/>
          <a:p>
            <a:pPr marL="342900" lvl="0" indent="-342900">
              <a:buFont typeface="+mj-lt"/>
              <a:buAutoNum type="alphaUcPeriod"/>
            </a:pPr>
            <a:r>
              <a:rPr lang="en-US" altLang="ko-KR" sz="2000" b="1" dirty="0">
                <a:effectLst/>
                <a:latin typeface="맑은 고딕" panose="020B0503020000020004" pitchFamily="50" charset="-127"/>
                <a:ea typeface="맑은 고딕" panose="020B0503020000020004" pitchFamily="50" charset="-127"/>
                <a:cs typeface="Times New Roman" panose="02020603050405020304" pitchFamily="18" charset="0"/>
              </a:rPr>
              <a:t>Log onto system </a:t>
            </a:r>
            <a:endParaRPr lang="ko-KR" altLang="ko-KR" sz="2000" b="1"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buFont typeface="+mj-lt"/>
              <a:buAutoNum type="arabicPeriod"/>
            </a:pPr>
            <a:r>
              <a:rPr lang="en-US" altLang="ko-KR" sz="1800" b="1" dirty="0" err="1">
                <a:effectLst/>
                <a:latin typeface="맑은 고딕" panose="020B0503020000020004" pitchFamily="50" charset="-127"/>
                <a:ea typeface="맑은 고딕" panose="020B0503020000020004" pitchFamily="50" charset="-127"/>
                <a:cs typeface="Times New Roman" panose="02020603050405020304" pitchFamily="18" charset="0"/>
              </a:rPr>
              <a:t>test_login_process_of_system_side</a:t>
            </a:r>
            <a:r>
              <a:rPr lang="en-US" altLang="ko-KR" sz="1800" b="1" dirty="0">
                <a:effectLst/>
                <a:latin typeface="맑은 고딕" panose="020B0503020000020004" pitchFamily="50" charset="-127"/>
                <a:ea typeface="맑은 고딕" panose="020B0503020000020004" pitchFamily="50" charset="-127"/>
                <a:cs typeface="Times New Roman" panose="02020603050405020304" pitchFamily="18" charset="0"/>
              </a:rPr>
              <a:t> (IT-Login-Sys-Su)</a:t>
            </a:r>
            <a:endParaRPr lang="ko-KR" altLang="ko-KR" sz="1800" b="1"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4150608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2D5DE60-CF0E-5D24-7A1B-3813B2DDD1B4}"/>
              </a:ext>
            </a:extLst>
          </p:cNvPr>
          <p:cNvSpPr>
            <a:spLocks noGrp="1"/>
          </p:cNvSpPr>
          <p:nvPr>
            <p:ph type="title"/>
          </p:nvPr>
        </p:nvSpPr>
        <p:spPr/>
        <p:txBody>
          <a:bodyPr/>
          <a:lstStyle/>
          <a:p>
            <a:r>
              <a:rPr lang="en-US" altLang="ko-KR" dirty="0"/>
              <a:t>System-level Test Example</a:t>
            </a:r>
            <a:endParaRPr lang="ko-KR" altLang="en-US" dirty="0"/>
          </a:p>
        </p:txBody>
      </p:sp>
      <p:sp>
        <p:nvSpPr>
          <p:cNvPr id="4" name="슬라이드 번호 개체 틀 3">
            <a:extLst>
              <a:ext uri="{FF2B5EF4-FFF2-40B4-BE49-F238E27FC236}">
                <a16:creationId xmlns:a16="http://schemas.microsoft.com/office/drawing/2014/main" id="{CCDD44F4-3DE5-F78A-7159-6A4D42A618F3}"/>
              </a:ext>
            </a:extLst>
          </p:cNvPr>
          <p:cNvSpPr>
            <a:spLocks noGrp="1"/>
          </p:cNvSpPr>
          <p:nvPr>
            <p:ph type="sldNum" sz="quarter" idx="12"/>
          </p:nvPr>
        </p:nvSpPr>
        <p:spPr/>
        <p:txBody>
          <a:bodyPr/>
          <a:lstStyle/>
          <a:p>
            <a:fld id="{30C1BB5D-EF82-4DB3-9DC5-8EF598758AF6}" type="slidenum">
              <a:rPr lang="ko-KR" altLang="en-US" smtClean="0"/>
              <a:t>8</a:t>
            </a:fld>
            <a:endParaRPr lang="ko-KR" altLang="en-US" dirty="0"/>
          </a:p>
        </p:txBody>
      </p:sp>
      <p:sp>
        <p:nvSpPr>
          <p:cNvPr id="12" name="내용 개체 틀 2">
            <a:extLst>
              <a:ext uri="{FF2B5EF4-FFF2-40B4-BE49-F238E27FC236}">
                <a16:creationId xmlns:a16="http://schemas.microsoft.com/office/drawing/2014/main" id="{1AEC7C9F-A54E-4651-9B5A-DBD307DF85AF}"/>
              </a:ext>
            </a:extLst>
          </p:cNvPr>
          <p:cNvSpPr txBox="1">
            <a:spLocks/>
          </p:cNvSpPr>
          <p:nvPr/>
        </p:nvSpPr>
        <p:spPr>
          <a:xfrm>
            <a:off x="6251028" y="1604141"/>
            <a:ext cx="5446957" cy="5063414"/>
          </a:xfrm>
          <a:prstGeom prst="rect">
            <a:avLst/>
          </a:prstGeom>
        </p:spPr>
        <p:txBody>
          <a:bodyPr vert="horz" lIns="91440" tIns="45720" rIns="91440" bIns="45720" rtlCol="0">
            <a:normAutofit fontScale="92500" lnSpcReduction="10000"/>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en-US" altLang="ko-KR" sz="1100" b="1" dirty="0" err="1">
                <a:solidFill>
                  <a:srgbClr val="00B050"/>
                </a:solidFill>
                <a:latin typeface="Courier New" panose="02070309020205020404" pitchFamily="49" charset="0"/>
                <a:cs typeface="Courier New" panose="02070309020205020404" pitchFamily="49" charset="0"/>
              </a:rPr>
              <a:t>Test_</a:t>
            </a:r>
            <a:r>
              <a:rPr lang="en-US" altLang="ko-KR" sz="1100" dirty="0" err="1">
                <a:latin typeface="Courier New" panose="02070309020205020404" pitchFamily="49" charset="0"/>
                <a:cs typeface="Courier New" panose="02070309020205020404" pitchFamily="49" charset="0"/>
              </a:rPr>
              <a:t>log_onto_the_system_through_control_panel_success</a:t>
            </a:r>
            <a:r>
              <a:rPr lang="en-US" altLang="ko-KR" sz="1100" dirty="0">
                <a:latin typeface="Courier New" panose="02070309020205020404" pitchFamily="49" charset="0"/>
                <a:cs typeface="Courier New" panose="02070309020205020404" pitchFamily="49" charset="0"/>
              </a:rPr>
              <a:t>()</a:t>
            </a:r>
          </a:p>
          <a:p>
            <a:pPr lvl="1">
              <a:lnSpc>
                <a:spcPct val="130000"/>
              </a:lnSpc>
            </a:pPr>
            <a:r>
              <a:rPr lang="en-US" altLang="ko-KR" sz="1100" dirty="0"/>
              <a:t>Automated system-level test to test whole login process including user interaction through control panel (see lines 64-73), which is based on the sequence diagram on page 47 of SDS (see the previous slide).</a:t>
            </a:r>
          </a:p>
          <a:p>
            <a:pPr lvl="1">
              <a:lnSpc>
                <a:spcPct val="130000"/>
              </a:lnSpc>
            </a:pPr>
            <a:r>
              <a:rPr lang="en-US" altLang="ko-KR" sz="1100" dirty="0"/>
              <a:t>Context/precondition: </a:t>
            </a:r>
          </a:p>
          <a:p>
            <a:pPr lvl="2">
              <a:lnSpc>
                <a:spcPct val="130000"/>
              </a:lnSpc>
            </a:pPr>
            <a:r>
              <a:rPr lang="en-US" altLang="ko-KR" sz="1100" dirty="0" err="1">
                <a:latin typeface="Courier New" panose="02070309020205020404" pitchFamily="49" charset="0"/>
                <a:cs typeface="Courier New" panose="02070309020205020404" pitchFamily="49" charset="0"/>
              </a:rPr>
              <a:t>CaptureControlPanel</a:t>
            </a:r>
            <a:r>
              <a:rPr lang="en-US" altLang="ko-KR" sz="1100" dirty="0">
                <a:latin typeface="Courier New" panose="02070309020205020404" pitchFamily="49" charset="0"/>
                <a:cs typeface="Courier New" panose="02070309020205020404" pitchFamily="49" charset="0"/>
              </a:rPr>
              <a:t> </a:t>
            </a:r>
            <a:r>
              <a:rPr lang="en-US" altLang="ko-KR" sz="1100" dirty="0"/>
              <a:t>(see line 64)  is a wrapper of </a:t>
            </a:r>
            <a:r>
              <a:rPr lang="en-US" altLang="ko-KR" sz="1100" dirty="0" err="1">
                <a:latin typeface="Courier New" panose="02070309020205020404" pitchFamily="49" charset="0"/>
                <a:cs typeface="Courier New" panose="02070309020205020404" pitchFamily="49" charset="0"/>
              </a:rPr>
              <a:t>ControlPanel</a:t>
            </a:r>
            <a:r>
              <a:rPr lang="en-US" altLang="ko-KR" sz="1100" dirty="0"/>
              <a:t> to handle the login process and store its screen output </a:t>
            </a:r>
          </a:p>
          <a:p>
            <a:pPr lvl="2">
              <a:lnSpc>
                <a:spcPct val="130000"/>
              </a:lnSpc>
            </a:pPr>
            <a:r>
              <a:rPr lang="en-US" altLang="ko-KR" sz="1100" dirty="0"/>
              <a:t>The homeowner’s password is “1234”  </a:t>
            </a:r>
          </a:p>
          <a:p>
            <a:pPr lvl="1">
              <a:lnSpc>
                <a:spcPct val="130000"/>
              </a:lnSpc>
            </a:pPr>
            <a:r>
              <a:rPr lang="en-US" altLang="ko-KR" sz="1100" dirty="0"/>
              <a:t>Test oracles (see </a:t>
            </a:r>
            <a:r>
              <a:rPr lang="en-US" altLang="ko-KR" sz="1100" dirty="0">
                <a:latin typeface="Courier New" panose="02070309020205020404" pitchFamily="49" charset="0"/>
                <a:cs typeface="Courier New" panose="02070309020205020404" pitchFamily="49" charset="0"/>
              </a:rPr>
              <a:t>assert</a:t>
            </a:r>
            <a:r>
              <a:rPr lang="en-US" altLang="ko-KR" sz="1100" dirty="0"/>
              <a:t> at line 79-82): </a:t>
            </a:r>
          </a:p>
          <a:p>
            <a:pPr lvl="2">
              <a:lnSpc>
                <a:spcPct val="130000"/>
              </a:lnSpc>
            </a:pPr>
            <a:r>
              <a:rPr lang="en-US" altLang="ko-KR" sz="1100" dirty="0"/>
              <a:t>A homeowner should login correctly (i.e., </a:t>
            </a:r>
            <a:r>
              <a:rPr lang="en-US" altLang="ko-KR" sz="1100" dirty="0" err="1">
                <a:latin typeface="Courier New" panose="02070309020205020404" pitchFamily="49" charset="0"/>
                <a:cs typeface="Courier New" panose="02070309020205020404" pitchFamily="49" charset="0"/>
              </a:rPr>
              <a:t>cp.status</a:t>
            </a:r>
            <a:r>
              <a:rPr lang="en-US" altLang="ko-KR" sz="1100" dirty="0">
                <a:latin typeface="+mj-ea"/>
                <a:ea typeface="+mj-ea"/>
                <a:cs typeface="Courier New" panose="02070309020205020404" pitchFamily="49" charset="0"/>
              </a:rPr>
              <a:t> should be </a:t>
            </a:r>
            <a:r>
              <a:rPr lang="en-US" altLang="ko-KR" sz="1100" dirty="0">
                <a:latin typeface="+mj-ea"/>
                <a:ea typeface="+mj-ea"/>
              </a:rPr>
              <a:t>  </a:t>
            </a:r>
            <a:r>
              <a:rPr lang="en-US" altLang="ko-KR" sz="1100" dirty="0" err="1">
                <a:latin typeface="Courier New" panose="02070309020205020404" pitchFamily="49" charset="0"/>
                <a:cs typeface="Courier New" panose="02070309020205020404" pitchFamily="49" charset="0"/>
              </a:rPr>
              <a:t>cp_module.Status.LOGGED_IN</a:t>
            </a:r>
            <a:r>
              <a:rPr lang="en-US" altLang="ko-KR" sz="1100" dirty="0">
                <a:latin typeface="Courier New" panose="02070309020205020404" pitchFamily="49" charset="0"/>
                <a:cs typeface="Courier New" panose="02070309020205020404" pitchFamily="49" charset="0"/>
              </a:rPr>
              <a:t>)</a:t>
            </a:r>
            <a:r>
              <a:rPr lang="en-US" altLang="ko-KR" sz="1100" dirty="0"/>
              <a:t> (line 79) </a:t>
            </a:r>
            <a:endParaRPr lang="en-US" altLang="ko-KR" sz="1100" dirty="0">
              <a:latin typeface="Courier New" panose="02070309020205020404" pitchFamily="49" charset="0"/>
              <a:cs typeface="Courier New" panose="02070309020205020404" pitchFamily="49" charset="0"/>
            </a:endParaRPr>
          </a:p>
          <a:p>
            <a:pPr lvl="2">
              <a:lnSpc>
                <a:spcPct val="130000"/>
              </a:lnSpc>
            </a:pPr>
            <a:r>
              <a:rPr lang="en-US" altLang="ko-KR" sz="1100" dirty="0">
                <a:latin typeface="+mj-ea"/>
                <a:ea typeface="+mj-ea"/>
                <a:cs typeface="Courier New" panose="02070309020205020404" pitchFamily="49" charset="0"/>
              </a:rPr>
              <a:t>A screen output should contain “Log In Success” message (line 80)  </a:t>
            </a:r>
          </a:p>
          <a:p>
            <a:pPr lvl="2">
              <a:lnSpc>
                <a:spcPct val="130000"/>
              </a:lnSpc>
            </a:pPr>
            <a:r>
              <a:rPr lang="en-US" altLang="ko-KR" sz="1100" dirty="0">
                <a:latin typeface="+mj-ea"/>
                <a:ea typeface="+mj-ea"/>
                <a:cs typeface="Courier New" panose="02070309020205020404" pitchFamily="49" charset="0"/>
              </a:rPr>
              <a:t>A screen output also should show accessible function list (line 82)</a:t>
            </a:r>
          </a:p>
          <a:p>
            <a:pPr>
              <a:lnSpc>
                <a:spcPct val="130000"/>
              </a:lnSpc>
            </a:pPr>
            <a:r>
              <a:rPr lang="en-US" altLang="ko-KR" sz="1100" dirty="0">
                <a:latin typeface="+mj-ea"/>
                <a:ea typeface="+mj-ea"/>
                <a:cs typeface="Courier New" panose="02070309020205020404" pitchFamily="49" charset="0"/>
              </a:rPr>
              <a:t>Note that, to test end-to-end system including compatibility with hardware peripherals (e.g., physical button press, physical screen output, etc.),  a system-level test can be manually performed  </a:t>
            </a:r>
          </a:p>
          <a:p>
            <a:pPr lvl="1">
              <a:lnSpc>
                <a:spcPct val="130000"/>
              </a:lnSpc>
            </a:pPr>
            <a:r>
              <a:rPr lang="en-US" altLang="ko-KR" sz="1000" dirty="0">
                <a:latin typeface="+mj-ea"/>
                <a:ea typeface="+mj-ea"/>
                <a:cs typeface="Courier New" panose="02070309020205020404" pitchFamily="49" charset="0"/>
              </a:rPr>
              <a:t>You may press buttons w/ your hands (mouse clicks) and see the screen output w/ your eyes instead of using </a:t>
            </a:r>
            <a:r>
              <a:rPr lang="en-US" altLang="ko-KR" sz="1000" dirty="0" err="1">
                <a:latin typeface="Courier New" panose="02070309020205020404" pitchFamily="49" charset="0"/>
                <a:cs typeface="Courier New" panose="02070309020205020404" pitchFamily="49" charset="0"/>
              </a:rPr>
              <a:t>Test_log_onto_the_system_through_control_panel_success</a:t>
            </a:r>
            <a:r>
              <a:rPr lang="en-US" altLang="ko-KR" sz="1000" dirty="0">
                <a:latin typeface="Courier New" panose="02070309020205020404" pitchFamily="49" charset="0"/>
                <a:cs typeface="Courier New" panose="02070309020205020404" pitchFamily="49" charset="0"/>
              </a:rPr>
              <a:t>()</a:t>
            </a:r>
            <a:endParaRPr lang="en-US" altLang="ko-KR" sz="1000" dirty="0">
              <a:latin typeface="+mj-ea"/>
              <a:ea typeface="+mj-ea"/>
              <a:cs typeface="Courier New" panose="02070309020205020404" pitchFamily="49" charset="0"/>
            </a:endParaRPr>
          </a:p>
          <a:p>
            <a:pPr>
              <a:lnSpc>
                <a:spcPct val="130000"/>
              </a:lnSpc>
            </a:pPr>
            <a:r>
              <a:rPr lang="en-US" altLang="ko-KR" sz="1100" dirty="0">
                <a:latin typeface="+mj-ea"/>
                <a:ea typeface="+mj-ea"/>
                <a:cs typeface="Courier New" panose="02070309020205020404" pitchFamily="49" charset="0"/>
              </a:rPr>
              <a:t>Corresponding CRC cards, sequence diagrams should be referenced in the test document</a:t>
            </a:r>
          </a:p>
          <a:p>
            <a:pPr lvl="1">
              <a:lnSpc>
                <a:spcPct val="130000"/>
              </a:lnSpc>
            </a:pPr>
            <a:r>
              <a:rPr lang="en-US" altLang="ko-KR" sz="900" dirty="0"/>
              <a:t>Ex. The system-level testing scenario corresponds to </a:t>
            </a:r>
            <a:r>
              <a:rPr lang="en-US" altLang="ko-KR" sz="900" dirty="0">
                <a:latin typeface="+mj-ea"/>
                <a:ea typeface="+mj-ea"/>
                <a:cs typeface="Courier New" panose="02070309020205020404" pitchFamily="49" charset="0"/>
              </a:rPr>
              <a:t>“Log onto the system through control panel” sequence diagram on page 47 of SDS  </a:t>
            </a:r>
            <a:endParaRPr lang="en-US" altLang="ko-KR" sz="1100" dirty="0">
              <a:latin typeface="+mj-ea"/>
              <a:ea typeface="+mj-ea"/>
              <a:cs typeface="Courier New" panose="02070309020205020404" pitchFamily="49" charset="0"/>
            </a:endParaRPr>
          </a:p>
          <a:p>
            <a:pPr>
              <a:lnSpc>
                <a:spcPct val="130000"/>
              </a:lnSpc>
            </a:pPr>
            <a:endParaRPr lang="ko-KR" altLang="en-US" sz="1000" dirty="0">
              <a:latin typeface="Courier New" panose="02070309020205020404" pitchFamily="49" charset="0"/>
              <a:cs typeface="Courier New" panose="02070309020205020404" pitchFamily="49" charset="0"/>
            </a:endParaRPr>
          </a:p>
        </p:txBody>
      </p:sp>
      <p:pic>
        <p:nvPicPr>
          <p:cNvPr id="18" name="그림 17">
            <a:extLst>
              <a:ext uri="{FF2B5EF4-FFF2-40B4-BE49-F238E27FC236}">
                <a16:creationId xmlns:a16="http://schemas.microsoft.com/office/drawing/2014/main" id="{A2C064B0-D683-0DAA-CF7D-91E43CAED067}"/>
              </a:ext>
            </a:extLst>
          </p:cNvPr>
          <p:cNvPicPr>
            <a:picLocks noChangeAspect="1"/>
          </p:cNvPicPr>
          <p:nvPr/>
        </p:nvPicPr>
        <p:blipFill>
          <a:blip r:embed="rId2"/>
          <a:stretch>
            <a:fillRect/>
          </a:stretch>
        </p:blipFill>
        <p:spPr>
          <a:xfrm>
            <a:off x="494015" y="1730103"/>
            <a:ext cx="5446958" cy="3846950"/>
          </a:xfrm>
          <a:prstGeom prst="rect">
            <a:avLst/>
          </a:prstGeom>
        </p:spPr>
      </p:pic>
    </p:spTree>
    <p:extLst>
      <p:ext uri="{BB962C8B-B14F-4D97-AF65-F5344CB8AC3E}">
        <p14:creationId xmlns:p14="http://schemas.microsoft.com/office/powerpoint/2010/main" val="2872353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957C26C-C570-0C4E-2E3C-D1184DE4A24B}"/>
              </a:ext>
            </a:extLst>
          </p:cNvPr>
          <p:cNvSpPr>
            <a:spLocks noGrp="1"/>
          </p:cNvSpPr>
          <p:nvPr>
            <p:ph type="title"/>
          </p:nvPr>
        </p:nvSpPr>
        <p:spPr>
          <a:xfrm>
            <a:off x="692369" y="1244052"/>
            <a:ext cx="3465786" cy="1357258"/>
          </a:xfrm>
        </p:spPr>
        <p:txBody>
          <a:bodyPr>
            <a:normAutofit fontScale="90000"/>
          </a:bodyPr>
          <a:lstStyle/>
          <a:p>
            <a:r>
              <a:rPr lang="en-US" altLang="ko-KR" dirty="0"/>
              <a:t>Example of System-level Test Document</a:t>
            </a:r>
            <a:endParaRPr lang="ko-KR" altLang="en-US" dirty="0"/>
          </a:p>
        </p:txBody>
      </p:sp>
      <p:sp>
        <p:nvSpPr>
          <p:cNvPr id="4" name="슬라이드 번호 개체 틀 3">
            <a:extLst>
              <a:ext uri="{FF2B5EF4-FFF2-40B4-BE49-F238E27FC236}">
                <a16:creationId xmlns:a16="http://schemas.microsoft.com/office/drawing/2014/main" id="{3963DDC9-0DAD-C84C-1E52-6570C42B0FE7}"/>
              </a:ext>
            </a:extLst>
          </p:cNvPr>
          <p:cNvSpPr>
            <a:spLocks noGrp="1"/>
          </p:cNvSpPr>
          <p:nvPr>
            <p:ph type="sldNum" sz="quarter" idx="12"/>
          </p:nvPr>
        </p:nvSpPr>
        <p:spPr/>
        <p:txBody>
          <a:bodyPr/>
          <a:lstStyle/>
          <a:p>
            <a:fld id="{30C1BB5D-EF82-4DB3-9DC5-8EF598758AF6}" type="slidenum">
              <a:rPr lang="ko-KR" altLang="en-US" smtClean="0"/>
              <a:t>9</a:t>
            </a:fld>
            <a:endParaRPr lang="ko-KR" altLang="en-US"/>
          </a:p>
        </p:txBody>
      </p:sp>
      <p:sp>
        <p:nvSpPr>
          <p:cNvPr id="8" name="TextBox 7">
            <a:extLst>
              <a:ext uri="{FF2B5EF4-FFF2-40B4-BE49-F238E27FC236}">
                <a16:creationId xmlns:a16="http://schemas.microsoft.com/office/drawing/2014/main" id="{873BA097-49CE-C4FF-FFE6-66DF8F0A6259}"/>
              </a:ext>
            </a:extLst>
          </p:cNvPr>
          <p:cNvSpPr txBox="1"/>
          <p:nvPr/>
        </p:nvSpPr>
        <p:spPr>
          <a:xfrm>
            <a:off x="4725715" y="769552"/>
            <a:ext cx="7161485" cy="553998"/>
          </a:xfrm>
          <a:prstGeom prst="rect">
            <a:avLst/>
          </a:prstGeom>
          <a:noFill/>
        </p:spPr>
        <p:txBody>
          <a:bodyPr wrap="square">
            <a:spAutoFit/>
          </a:bodyPr>
          <a:lstStyle/>
          <a:p>
            <a:r>
              <a:rPr lang="en-US" altLang="ko-KR" sz="1600" b="1" dirty="0">
                <a:effectLst/>
                <a:latin typeface="맑은 고딕" panose="020B0503020000020004" pitchFamily="50" charset="-127"/>
                <a:ea typeface="맑은 고딕" panose="020B0503020000020004" pitchFamily="50" charset="-127"/>
                <a:cs typeface="Times New Roman" panose="02020603050405020304" pitchFamily="18" charset="0"/>
              </a:rPr>
              <a:t>A. Log onto the system through control panel </a:t>
            </a:r>
            <a:endParaRPr lang="ko-KR" altLang="ko-KR" sz="1600" b="1"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buFont typeface="+mj-lt"/>
              <a:buAutoNum type="arabicPeriod"/>
            </a:pPr>
            <a:r>
              <a:rPr lang="en-US" altLang="ko-KR" sz="1400" b="1" dirty="0">
                <a:effectLst/>
                <a:latin typeface="Arial" panose="020B0604020202020204" pitchFamily="34" charset="0"/>
                <a:ea typeface="맑은 고딕" panose="020B0503020000020004" pitchFamily="50" charset="-127"/>
                <a:cs typeface="Times New Roman" panose="02020603050405020304" pitchFamily="18" charset="0"/>
              </a:rPr>
              <a:t>Log onto the system through control panel success (ST-Login-Using-CP-Su)</a:t>
            </a:r>
            <a:endParaRPr lang="ko-KR" altLang="ko-KR" sz="1400" b="1"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graphicFrame>
        <p:nvGraphicFramePr>
          <p:cNvPr id="7" name="표 6">
            <a:extLst>
              <a:ext uri="{FF2B5EF4-FFF2-40B4-BE49-F238E27FC236}">
                <a16:creationId xmlns:a16="http://schemas.microsoft.com/office/drawing/2014/main" id="{7A1B55E2-8013-7E60-4AA0-52B25393229D}"/>
              </a:ext>
            </a:extLst>
          </p:cNvPr>
          <p:cNvGraphicFramePr>
            <a:graphicFrameLocks noGrp="1"/>
          </p:cNvGraphicFramePr>
          <p:nvPr>
            <p:extLst>
              <p:ext uri="{D42A27DB-BD31-4B8C-83A1-F6EECF244321}">
                <p14:modId xmlns:p14="http://schemas.microsoft.com/office/powerpoint/2010/main" val="2108000211"/>
              </p:ext>
            </p:extLst>
          </p:nvPr>
        </p:nvGraphicFramePr>
        <p:xfrm>
          <a:off x="5171067" y="1459076"/>
          <a:ext cx="5725559" cy="4955678"/>
        </p:xfrm>
        <a:graphic>
          <a:graphicData uri="http://schemas.openxmlformats.org/drawingml/2006/table">
            <a:tbl>
              <a:tblPr firstRow="1" firstCol="1" bandRow="1"/>
              <a:tblGrid>
                <a:gridCol w="1856585">
                  <a:extLst>
                    <a:ext uri="{9D8B030D-6E8A-4147-A177-3AD203B41FA5}">
                      <a16:colId xmlns:a16="http://schemas.microsoft.com/office/drawing/2014/main" val="399717"/>
                    </a:ext>
                  </a:extLst>
                </a:gridCol>
                <a:gridCol w="1530569">
                  <a:extLst>
                    <a:ext uri="{9D8B030D-6E8A-4147-A177-3AD203B41FA5}">
                      <a16:colId xmlns:a16="http://schemas.microsoft.com/office/drawing/2014/main" val="695889484"/>
                    </a:ext>
                  </a:extLst>
                </a:gridCol>
                <a:gridCol w="859313">
                  <a:extLst>
                    <a:ext uri="{9D8B030D-6E8A-4147-A177-3AD203B41FA5}">
                      <a16:colId xmlns:a16="http://schemas.microsoft.com/office/drawing/2014/main" val="747099516"/>
                    </a:ext>
                  </a:extLst>
                </a:gridCol>
                <a:gridCol w="1479092">
                  <a:extLst>
                    <a:ext uri="{9D8B030D-6E8A-4147-A177-3AD203B41FA5}">
                      <a16:colId xmlns:a16="http://schemas.microsoft.com/office/drawing/2014/main" val="376313870"/>
                    </a:ext>
                  </a:extLst>
                </a:gridCol>
              </a:tblGrid>
              <a:tr h="143483">
                <a:tc>
                  <a:txBody>
                    <a:bodyPr/>
                    <a:lstStyle/>
                    <a:p>
                      <a:pPr algn="ctr"/>
                      <a:r>
                        <a:rPr lang="en-US" sz="1000" b="1" kern="100">
                          <a:solidFill>
                            <a:srgbClr val="000000"/>
                          </a:solidFill>
                          <a:effectLst/>
                          <a:latin typeface="Arial" panose="020B0604020202020204" pitchFamily="34" charset="0"/>
                          <a:ea typeface="Times New Roman" panose="02020603050405020304" pitchFamily="18" charset="0"/>
                        </a:rPr>
                        <a:t>C</a:t>
                      </a:r>
                      <a:r>
                        <a:rPr lang="en-US" sz="1000" b="1" kern="100">
                          <a:solidFill>
                            <a:srgbClr val="000000"/>
                          </a:solidFill>
                          <a:effectLst/>
                          <a:latin typeface="Arial" panose="020B0604020202020204" pitchFamily="34" charset="0"/>
                          <a:ea typeface="SimSun" panose="02010600030101010101" pitchFamily="2" charset="-122"/>
                        </a:rPr>
                        <a:t>lass</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000" b="1" kern="100">
                          <a:solidFill>
                            <a:srgbClr val="000000"/>
                          </a:solidFill>
                          <a:effectLst/>
                          <a:latin typeface="Arial" panose="020B0604020202020204" pitchFamily="34" charset="0"/>
                          <a:ea typeface="SimSun" panose="02010600030101010101" pitchFamily="2" charset="-122"/>
                        </a:rPr>
                        <a:t>Function</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000" b="1" kern="100">
                          <a:solidFill>
                            <a:srgbClr val="000000"/>
                          </a:solidFill>
                          <a:effectLst/>
                          <a:latin typeface="Arial" panose="020B0604020202020204" pitchFamily="34" charset="0"/>
                          <a:ea typeface="Times New Roman" panose="02020603050405020304" pitchFamily="18" charset="0"/>
                        </a:rPr>
                        <a:t>Author</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000" b="1" kern="100">
                          <a:solidFill>
                            <a:srgbClr val="000000"/>
                          </a:solidFill>
                          <a:effectLst/>
                          <a:latin typeface="Arial" panose="020B0604020202020204" pitchFamily="34" charset="0"/>
                          <a:ea typeface="Times New Roman" panose="02020603050405020304" pitchFamily="18" charset="0"/>
                        </a:rPr>
                        <a:t>Date</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72489194"/>
                  </a:ext>
                </a:extLst>
              </a:tr>
              <a:tr h="658850">
                <a:tc>
                  <a:txBody>
                    <a:bodyPr/>
                    <a:lstStyle/>
                    <a:p>
                      <a:pPr algn="ctr"/>
                      <a:r>
                        <a:rPr lang="en-US" sz="1000" kern="100" dirty="0" err="1">
                          <a:solidFill>
                            <a:srgbClr val="000000"/>
                          </a:solidFill>
                          <a:effectLst/>
                          <a:latin typeface="Courier New" panose="02070309020205020404" pitchFamily="49" charset="0"/>
                          <a:ea typeface="SimSun" panose="02010600030101010101" pitchFamily="2" charset="-122"/>
                        </a:rPr>
                        <a:t>ControlPanel</a:t>
                      </a:r>
                      <a:br>
                        <a:rPr lang="en-US" sz="1000" kern="100" dirty="0">
                          <a:solidFill>
                            <a:srgbClr val="000000"/>
                          </a:solidFill>
                          <a:effectLst/>
                          <a:latin typeface="Courier New" panose="02070309020205020404" pitchFamily="49" charset="0"/>
                          <a:ea typeface="SimSun" panose="02010600030101010101" pitchFamily="2" charset="-122"/>
                        </a:rPr>
                      </a:br>
                      <a:r>
                        <a:rPr lang="en-US" sz="1000" kern="100" dirty="0" err="1">
                          <a:solidFill>
                            <a:srgbClr val="000000"/>
                          </a:solidFill>
                          <a:effectLst/>
                          <a:latin typeface="Courier New" panose="02070309020205020404" pitchFamily="49" charset="0"/>
                          <a:ea typeface="SimSun" panose="02010600030101010101" pitchFamily="2" charset="-122"/>
                        </a:rPr>
                        <a:t>SafeHomeControlPanel</a:t>
                      </a:r>
                      <a:br>
                        <a:rPr lang="en-US" sz="1000" kern="100" dirty="0">
                          <a:solidFill>
                            <a:srgbClr val="000000"/>
                          </a:solidFill>
                          <a:effectLst/>
                          <a:latin typeface="Courier New" panose="02070309020205020404" pitchFamily="49" charset="0"/>
                          <a:ea typeface="SimSun" panose="02010600030101010101" pitchFamily="2" charset="-122"/>
                        </a:rPr>
                      </a:br>
                      <a:r>
                        <a:rPr lang="en-US" sz="1000" kern="100" dirty="0">
                          <a:solidFill>
                            <a:srgbClr val="000000"/>
                          </a:solidFill>
                          <a:effectLst/>
                          <a:latin typeface="Courier New" panose="02070309020205020404" pitchFamily="49" charset="0"/>
                          <a:ea typeface="SimSun" panose="02010600030101010101" pitchFamily="2" charset="-122"/>
                        </a:rPr>
                        <a:t>System</a:t>
                      </a:r>
                      <a:endParaRPr lang="ko-KR" sz="1050" kern="100" dirty="0">
                        <a:effectLst/>
                        <a:latin typeface="Times New Roman" panose="02020603050405020304" pitchFamily="18" charset="0"/>
                        <a:ea typeface="SimSun" panose="02010600030101010101" pitchFamily="2" charset="-122"/>
                      </a:endParaRPr>
                    </a:p>
                    <a:p>
                      <a:pPr algn="ctr"/>
                      <a:r>
                        <a:rPr lang="en-US" sz="1000" kern="100" dirty="0" err="1">
                          <a:solidFill>
                            <a:srgbClr val="000000"/>
                          </a:solidFill>
                          <a:effectLst/>
                          <a:latin typeface="Courier New" panose="02070309020205020404" pitchFamily="49" charset="0"/>
                          <a:ea typeface="SimSun" panose="02010600030101010101" pitchFamily="2" charset="-122"/>
                        </a:rPr>
                        <a:t>LoginManager</a:t>
                      </a:r>
                      <a:endParaRPr lang="ko-KR" sz="1050" kern="100" dirty="0">
                        <a:effectLst/>
                        <a:latin typeface="Times New Roman" panose="02020603050405020304" pitchFamily="18" charset="0"/>
                        <a:ea typeface="SimSun" panose="02010600030101010101" pitchFamily="2" charset="-122"/>
                      </a:endParaRPr>
                    </a:p>
                    <a:p>
                      <a:pPr algn="ctr"/>
                      <a:r>
                        <a:rPr lang="en-US" sz="1000" kern="100" dirty="0" err="1">
                          <a:solidFill>
                            <a:srgbClr val="000000"/>
                          </a:solidFill>
                          <a:effectLst/>
                          <a:latin typeface="Courier New" panose="02070309020205020404" pitchFamily="49" charset="0"/>
                          <a:ea typeface="SimSun" panose="02010600030101010101" pitchFamily="2" charset="-122"/>
                        </a:rPr>
                        <a:t>StorageManager</a:t>
                      </a:r>
                      <a:endParaRPr lang="ko-KR" sz="1050" kern="100" dirty="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1000" kern="100">
                          <a:solidFill>
                            <a:srgbClr val="000000"/>
                          </a:solidFill>
                          <a:effectLst/>
                          <a:latin typeface="Arial" panose="020B0604020202020204" pitchFamily="34" charset="0"/>
                          <a:ea typeface="SimSun" panose="02010600030101010101" pitchFamily="2" charset="-122"/>
                        </a:rPr>
                        <a:t>Log onto the system </a:t>
                      </a:r>
                      <a:br>
                        <a:rPr lang="en-US" sz="1000" kern="100">
                          <a:solidFill>
                            <a:srgbClr val="000000"/>
                          </a:solidFill>
                          <a:effectLst/>
                          <a:latin typeface="Arial" panose="020B0604020202020204" pitchFamily="34" charset="0"/>
                          <a:ea typeface="SimSun" panose="02010600030101010101" pitchFamily="2" charset="-122"/>
                        </a:rPr>
                      </a:br>
                      <a:r>
                        <a:rPr lang="en-US" sz="1000" kern="100">
                          <a:solidFill>
                            <a:srgbClr val="000000"/>
                          </a:solidFill>
                          <a:effectLst/>
                          <a:latin typeface="Arial" panose="020B0604020202020204" pitchFamily="34" charset="0"/>
                          <a:ea typeface="SimSun" panose="02010600030101010101" pitchFamily="2" charset="-122"/>
                        </a:rPr>
                        <a:t>through control panel</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ko-KR" sz="1000" kern="100">
                        <a:effectLst/>
                        <a:latin typeface="맑은 고딕" panose="020B0503020000020004" pitchFamily="50" charset="-127"/>
                        <a:ea typeface="맑은 고딕" panose="020B0503020000020004" pitchFamily="50" charset="-127"/>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ko-KR" sz="1000" kern="100">
                        <a:effectLst/>
                        <a:latin typeface="맑은 고딕" panose="020B0503020000020004" pitchFamily="50" charset="-127"/>
                        <a:ea typeface="맑은 고딕" panose="020B0503020000020004" pitchFamily="50" charset="-127"/>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15838586"/>
                  </a:ext>
                </a:extLst>
              </a:tr>
              <a:tr h="143483">
                <a:tc gridSpan="4">
                  <a:txBody>
                    <a:bodyPr/>
                    <a:lstStyle/>
                    <a:p>
                      <a:pPr indent="68580"/>
                      <a:r>
                        <a:rPr lang="en-US" sz="1000" b="1" kern="100">
                          <a:solidFill>
                            <a:srgbClr val="000000"/>
                          </a:solidFill>
                          <a:effectLst/>
                          <a:latin typeface="Arial" panose="020B0604020202020204" pitchFamily="34" charset="0"/>
                          <a:ea typeface="Times New Roman" panose="02020603050405020304" pitchFamily="18" charset="0"/>
                        </a:rPr>
                        <a:t>Test Case Description </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3995246"/>
                  </a:ext>
                </a:extLst>
              </a:tr>
              <a:tr h="272325">
                <a:tc gridSpan="4">
                  <a:txBody>
                    <a:bodyPr/>
                    <a:lstStyle/>
                    <a:p>
                      <a:r>
                        <a:rPr lang="en-US" sz="1000" kern="100">
                          <a:solidFill>
                            <a:srgbClr val="000000"/>
                          </a:solidFill>
                          <a:effectLst/>
                          <a:latin typeface="Arial" panose="020B0604020202020204" pitchFamily="34" charset="0"/>
                          <a:ea typeface="SimSun" panose="02010600030101010101" pitchFamily="2" charset="-122"/>
                        </a:rPr>
                        <a:t>Validate the successful login path and the ControlPanel display of available functions after the authentication.</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307087455"/>
                  </a:ext>
                </a:extLst>
              </a:tr>
              <a:tr h="143483">
                <a:tc gridSpan="4">
                  <a:txBody>
                    <a:bodyPr/>
                    <a:lstStyle/>
                    <a:p>
                      <a:pPr indent="69850"/>
                      <a:r>
                        <a:rPr lang="en-US" sz="1000" b="1" kern="100">
                          <a:solidFill>
                            <a:srgbClr val="000000"/>
                          </a:solidFill>
                          <a:effectLst/>
                          <a:latin typeface="Arial" panose="020B0604020202020204" pitchFamily="34" charset="0"/>
                          <a:ea typeface="SimSun" panose="02010600030101010101" pitchFamily="2" charset="-122"/>
                        </a:rPr>
                        <a:t>Input Specifications </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234301143"/>
                  </a:ext>
                </a:extLst>
              </a:tr>
              <a:tr h="272325">
                <a:tc gridSpan="4">
                  <a:txBody>
                    <a:bodyPr/>
                    <a:lstStyle/>
                    <a:p>
                      <a:r>
                        <a:rPr lang="en-US" sz="1000" kern="100">
                          <a:solidFill>
                            <a:srgbClr val="000000"/>
                          </a:solidFill>
                          <a:effectLst/>
                          <a:latin typeface="Arial" panose="020B0604020202020204" pitchFamily="34" charset="0"/>
                          <a:ea typeface="SimSun" panose="02010600030101010101" pitchFamily="2" charset="-122"/>
                        </a:rPr>
                        <a:t>ControlPanel receives button-press sequence of "1234". </a:t>
                      </a:r>
                      <a:endParaRPr lang="ko-KR" sz="1050" kern="100">
                        <a:effectLst/>
                        <a:latin typeface="Times New Roman" panose="02020603050405020304" pitchFamily="18" charset="0"/>
                        <a:ea typeface="SimSun" panose="02010600030101010101" pitchFamily="2" charset="-122"/>
                      </a:endParaRPr>
                    </a:p>
                    <a:p>
                      <a:r>
                        <a:rPr lang="en-US" sz="1000" kern="100">
                          <a:solidFill>
                            <a:srgbClr val="000000"/>
                          </a:solidFill>
                          <a:effectLst/>
                          <a:latin typeface="Arial" panose="020B0604020202020204" pitchFamily="34" charset="0"/>
                          <a:ea typeface="SimSun" panose="02010600030101010101" pitchFamily="2" charset="-122"/>
                        </a:rPr>
                        <a:t>StorageManager contains master credentials ("1234").</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089912273"/>
                  </a:ext>
                </a:extLst>
              </a:tr>
              <a:tr h="143483">
                <a:tc gridSpan="4">
                  <a:txBody>
                    <a:bodyPr/>
                    <a:lstStyle/>
                    <a:p>
                      <a:r>
                        <a:rPr lang="en-US" sz="1000" b="1" kern="100">
                          <a:solidFill>
                            <a:srgbClr val="000000"/>
                          </a:solidFill>
                          <a:effectLst/>
                          <a:latin typeface="Arial" panose="020B0604020202020204" pitchFamily="34" charset="0"/>
                          <a:ea typeface="바탕" panose="02030600000101010101" pitchFamily="18" charset="-127"/>
                        </a:rPr>
                        <a:t>Detailed Step</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462998145"/>
                  </a:ext>
                </a:extLst>
              </a:tr>
              <a:tr h="787692">
                <a:tc gridSpan="4">
                  <a:txBody>
                    <a:bodyPr/>
                    <a:lstStyle/>
                    <a:p>
                      <a:r>
                        <a:rPr lang="en-US" sz="1000" kern="100">
                          <a:solidFill>
                            <a:srgbClr val="000000"/>
                          </a:solidFill>
                          <a:effectLst/>
                          <a:latin typeface="Arial" panose="020B0604020202020204" pitchFamily="34" charset="0"/>
                          <a:ea typeface="SimSun" panose="02010600030101010101" pitchFamily="2" charset="-122"/>
                        </a:rPr>
                        <a:t>1. Seed StorageManager with the master user and password "1234" (if not already present). Reset login attempt counter.</a:t>
                      </a:r>
                      <a:endParaRPr lang="ko-KR" sz="1050" kern="100">
                        <a:effectLst/>
                        <a:latin typeface="Times New Roman" panose="02020603050405020304" pitchFamily="18" charset="0"/>
                        <a:ea typeface="SimSun" panose="02010600030101010101" pitchFamily="2" charset="-122"/>
                      </a:endParaRPr>
                    </a:p>
                    <a:p>
                      <a:r>
                        <a:rPr lang="en-US" sz="1000" kern="100">
                          <a:solidFill>
                            <a:srgbClr val="000000"/>
                          </a:solidFill>
                          <a:effectLst/>
                          <a:latin typeface="Arial" panose="020B0604020202020204" pitchFamily="34" charset="0"/>
                          <a:ea typeface="SimSun" panose="02010600030101010101" pitchFamily="2" charset="-122"/>
                        </a:rPr>
                        <a:t>2. Initialize ControlPanel and Simulate powering on the panel</a:t>
                      </a:r>
                      <a:endParaRPr lang="ko-KR" sz="1050" kern="100">
                        <a:effectLst/>
                        <a:latin typeface="Times New Roman" panose="02020603050405020304" pitchFamily="18" charset="0"/>
                        <a:ea typeface="SimSun" panose="02010600030101010101" pitchFamily="2" charset="-122"/>
                      </a:endParaRPr>
                    </a:p>
                    <a:p>
                      <a:r>
                        <a:rPr lang="en-US" sz="1000" kern="100">
                          <a:solidFill>
                            <a:srgbClr val="000000"/>
                          </a:solidFill>
                          <a:effectLst/>
                          <a:latin typeface="Arial" panose="020B0604020202020204" pitchFamily="34" charset="0"/>
                          <a:ea typeface="SimSun" panose="02010600030101010101" pitchFamily="2" charset="-122"/>
                        </a:rPr>
                        <a:t>3. Simulate button presses sequence of "1234" </a:t>
                      </a:r>
                      <a:endParaRPr lang="ko-KR" sz="1050" kern="100">
                        <a:effectLst/>
                        <a:latin typeface="Times New Roman" panose="02020603050405020304" pitchFamily="18" charset="0"/>
                        <a:ea typeface="SimSun" panose="02010600030101010101" pitchFamily="2" charset="-122"/>
                      </a:endParaRPr>
                    </a:p>
                    <a:p>
                      <a:r>
                        <a:rPr lang="en-US" sz="1000" kern="100">
                          <a:solidFill>
                            <a:srgbClr val="000000"/>
                          </a:solidFill>
                          <a:effectLst/>
                          <a:latin typeface="Arial" panose="020B0604020202020204" pitchFamily="34" charset="0"/>
                          <a:ea typeface="SimSun" panose="02010600030101010101" pitchFamily="2" charset="-122"/>
                        </a:rPr>
                        <a:t>4. Verify that the system indicates successful login and the accessible function list is displayed.</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999348509"/>
                  </a:ext>
                </a:extLst>
              </a:tr>
              <a:tr h="143483">
                <a:tc gridSpan="4">
                  <a:txBody>
                    <a:bodyPr/>
                    <a:lstStyle/>
                    <a:p>
                      <a:r>
                        <a:rPr lang="en-US" sz="1000" b="1" kern="100">
                          <a:solidFill>
                            <a:srgbClr val="000000"/>
                          </a:solidFill>
                          <a:effectLst/>
                          <a:latin typeface="맑은 고딕" panose="020B0503020000020004" pitchFamily="50" charset="-127"/>
                          <a:ea typeface="SimSun" panose="02010600030101010101" pitchFamily="2" charset="-122"/>
                          <a:cs typeface="바탕" panose="02030600000101010101" pitchFamily="18" charset="-127"/>
                        </a:rPr>
                        <a:t>Expected Result</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089742564"/>
                  </a:ext>
                </a:extLst>
              </a:tr>
              <a:tr h="530008">
                <a:tc gridSpan="4">
                  <a:txBody>
                    <a:bodyPr/>
                    <a:lstStyle/>
                    <a:p>
                      <a:r>
                        <a:rPr lang="en-US" sz="1000" kern="100">
                          <a:solidFill>
                            <a:srgbClr val="000000"/>
                          </a:solidFill>
                          <a:effectLst/>
                          <a:latin typeface="Arial" panose="020B0604020202020204" pitchFamily="34" charset="0"/>
                          <a:ea typeface="SimSun" panose="02010600030101010101" pitchFamily="2" charset="-122"/>
                        </a:rPr>
                        <a:t>SafeHomeSystem.login() returns success code for master. </a:t>
                      </a:r>
                      <a:endParaRPr lang="ko-KR" sz="1050" kern="100">
                        <a:effectLst/>
                        <a:latin typeface="Times New Roman" panose="02020603050405020304" pitchFamily="18" charset="0"/>
                        <a:ea typeface="SimSun" panose="02010600030101010101" pitchFamily="2" charset="-122"/>
                      </a:endParaRPr>
                    </a:p>
                    <a:p>
                      <a:r>
                        <a:rPr lang="en-US" sz="1000" kern="100">
                          <a:solidFill>
                            <a:srgbClr val="000000"/>
                          </a:solidFill>
                          <a:effectLst/>
                          <a:latin typeface="Arial" panose="020B0604020202020204" pitchFamily="34" charset="0"/>
                          <a:ea typeface="SimSun" panose="02010600030101010101" pitchFamily="2" charset="-122"/>
                        </a:rPr>
                        <a:t>ControlPanel transitions to LOGGED_IN state. </a:t>
                      </a:r>
                      <a:endParaRPr lang="ko-KR" sz="1050" kern="100">
                        <a:effectLst/>
                        <a:latin typeface="Times New Roman" panose="02020603050405020304" pitchFamily="18" charset="0"/>
                        <a:ea typeface="SimSun" panose="02010600030101010101" pitchFamily="2" charset="-122"/>
                      </a:endParaRPr>
                    </a:p>
                    <a:p>
                      <a:r>
                        <a:rPr lang="en-US" sz="1000" kern="100">
                          <a:solidFill>
                            <a:srgbClr val="000000"/>
                          </a:solidFill>
                          <a:effectLst/>
                          <a:latin typeface="Arial" panose="020B0604020202020204" pitchFamily="34" charset="0"/>
                          <a:ea typeface="SimSun" panose="02010600030101010101" pitchFamily="2" charset="-122"/>
                        </a:rPr>
                        <a:t>ControlPanel displays "Log In Success" followed by accessible functions message such as "2: Turn Off 3: Reset. </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034280470"/>
                  </a:ext>
                </a:extLst>
              </a:tr>
              <a:tr h="143483">
                <a:tc gridSpan="4">
                  <a:txBody>
                    <a:bodyPr/>
                    <a:lstStyle/>
                    <a:p>
                      <a:r>
                        <a:rPr lang="en-US" sz="1000" b="1" kern="100">
                          <a:solidFill>
                            <a:srgbClr val="000000"/>
                          </a:solidFill>
                          <a:effectLst/>
                          <a:latin typeface="맑은 고딕" panose="020B0503020000020004" pitchFamily="50" charset="-127"/>
                          <a:ea typeface="SimSun" panose="02010600030101010101" pitchFamily="2" charset="-122"/>
                          <a:cs typeface="Arial" panose="020B0604020202020204" pitchFamily="34" charset="0"/>
                        </a:rPr>
                        <a:t>Actual Result (Pass/Fail/Exception)</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734920446"/>
                  </a:ext>
                </a:extLst>
              </a:tr>
              <a:tr h="530008">
                <a:tc gridSpan="4">
                  <a:txBody>
                    <a:bodyPr/>
                    <a:lstStyle/>
                    <a:p>
                      <a:r>
                        <a:rPr lang="en-US" sz="1000" kern="100">
                          <a:solidFill>
                            <a:srgbClr val="000000"/>
                          </a:solidFill>
                          <a:effectLst/>
                          <a:latin typeface="Arial" panose="020B0604020202020204" pitchFamily="34" charset="0"/>
                          <a:ea typeface="SimSun" panose="02010600030101010101" pitchFamily="2" charset="-122"/>
                        </a:rPr>
                        <a:t>Pass: SafeHomeSystem.login() returns success code for master. </a:t>
                      </a:r>
                      <a:endParaRPr lang="ko-KR" sz="1050" kern="100">
                        <a:effectLst/>
                        <a:latin typeface="Times New Roman" panose="02020603050405020304" pitchFamily="18" charset="0"/>
                        <a:ea typeface="SimSun" panose="02010600030101010101" pitchFamily="2" charset="-122"/>
                      </a:endParaRPr>
                    </a:p>
                    <a:p>
                      <a:r>
                        <a:rPr lang="en-US" sz="1000" kern="100">
                          <a:solidFill>
                            <a:srgbClr val="000000"/>
                          </a:solidFill>
                          <a:effectLst/>
                          <a:latin typeface="Arial" panose="020B0604020202020204" pitchFamily="34" charset="0"/>
                          <a:ea typeface="SimSun" panose="02010600030101010101" pitchFamily="2" charset="-122"/>
                        </a:rPr>
                        <a:t>Pass: ControlPanel transitions to LOGGED_IN state. </a:t>
                      </a:r>
                      <a:endParaRPr lang="ko-KR" sz="1050" kern="100">
                        <a:effectLst/>
                        <a:latin typeface="Times New Roman" panose="02020603050405020304" pitchFamily="18" charset="0"/>
                        <a:ea typeface="SimSun" panose="02010600030101010101" pitchFamily="2" charset="-122"/>
                      </a:endParaRPr>
                    </a:p>
                    <a:p>
                      <a:r>
                        <a:rPr lang="en-US" sz="1000" kern="100">
                          <a:solidFill>
                            <a:srgbClr val="000000"/>
                          </a:solidFill>
                          <a:effectLst/>
                          <a:latin typeface="Arial" panose="020B0604020202020204" pitchFamily="34" charset="0"/>
                          <a:ea typeface="SimSun" panose="02010600030101010101" pitchFamily="2" charset="-122"/>
                        </a:rPr>
                        <a:t>Pass: ControlPanel displays "Log In Success" followed by accessible functions message such as "2: Turn Off 3: Reset.</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131031584"/>
                  </a:ext>
                </a:extLst>
              </a:tr>
              <a:tr h="143483">
                <a:tc gridSpan="4">
                  <a:txBody>
                    <a:bodyPr/>
                    <a:lstStyle/>
                    <a:p>
                      <a:r>
                        <a:rPr lang="en-US" sz="1000" b="1" kern="100">
                          <a:solidFill>
                            <a:srgbClr val="000000"/>
                          </a:solidFill>
                          <a:effectLst/>
                          <a:latin typeface="Arial" panose="020B0604020202020204" pitchFamily="34" charset="0"/>
                          <a:ea typeface="SimSun" panose="02010600030101010101" pitchFamily="2" charset="-122"/>
                        </a:rPr>
                        <a:t>Comment</a:t>
                      </a:r>
                      <a:r>
                        <a:rPr lang="en-US" sz="1000" b="1" kern="100">
                          <a:solidFill>
                            <a:srgbClr val="000000"/>
                          </a:solidFill>
                          <a:effectLst/>
                          <a:latin typeface="Arial" panose="020B0604020202020204" pitchFamily="34" charset="0"/>
                          <a:ea typeface="맑은 고딕" panose="020B0503020000020004" pitchFamily="50" charset="-127"/>
                        </a:rPr>
                        <a:t> (including references)</a:t>
                      </a:r>
                      <a:endParaRPr lang="ko-KR" sz="1050" kern="10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144004419"/>
                  </a:ext>
                </a:extLst>
              </a:tr>
              <a:tr h="295750">
                <a:tc gridSpan="4">
                  <a:txBody>
                    <a:bodyPr/>
                    <a:lstStyle/>
                    <a:p>
                      <a:r>
                        <a:rPr lang="en-US" sz="1050" kern="100" dirty="0">
                          <a:solidFill>
                            <a:srgbClr val="000000"/>
                          </a:solidFill>
                          <a:effectLst/>
                          <a:latin typeface="Times New Roman" panose="02020603050405020304" pitchFamily="18" charset="0"/>
                          <a:ea typeface="SimSun" panose="02010600030101010101" pitchFamily="2" charset="-122"/>
                        </a:rPr>
                        <a:t>Sequence Diagram</a:t>
                      </a:r>
                      <a:r>
                        <a:rPr lang="en-US" sz="1050" kern="100" dirty="0">
                          <a:solidFill>
                            <a:srgbClr val="000000"/>
                          </a:solidFill>
                          <a:effectLst/>
                          <a:latin typeface="Times New Roman" panose="02020603050405020304" pitchFamily="18" charset="0"/>
                          <a:ea typeface="맑은 고딕" panose="020B0503020000020004" pitchFamily="50" charset="-127"/>
                        </a:rPr>
                        <a:t> on </a:t>
                      </a:r>
                      <a:r>
                        <a:rPr lang="en-US" sz="1050" kern="100" dirty="0" err="1">
                          <a:solidFill>
                            <a:srgbClr val="000000"/>
                          </a:solidFill>
                          <a:effectLst/>
                          <a:latin typeface="Times New Roman" panose="02020603050405020304" pitchFamily="18" charset="0"/>
                          <a:ea typeface="맑은 고딕" panose="020B0503020000020004" pitchFamily="50" charset="-127"/>
                        </a:rPr>
                        <a:t>ControlPanel</a:t>
                      </a:r>
                      <a:r>
                        <a:rPr lang="en-US" sz="1050" kern="100" dirty="0">
                          <a:solidFill>
                            <a:srgbClr val="000000"/>
                          </a:solidFill>
                          <a:effectLst/>
                          <a:latin typeface="Times New Roman" panose="02020603050405020304" pitchFamily="18" charset="0"/>
                          <a:ea typeface="맑은 고딕" panose="020B0503020000020004" pitchFamily="50" charset="-127"/>
                        </a:rPr>
                        <a:t>, </a:t>
                      </a:r>
                      <a:r>
                        <a:rPr lang="en-US" sz="1050" kern="100" dirty="0" err="1">
                          <a:solidFill>
                            <a:srgbClr val="000000"/>
                          </a:solidFill>
                          <a:effectLst/>
                          <a:latin typeface="Times New Roman" panose="02020603050405020304" pitchFamily="18" charset="0"/>
                          <a:ea typeface="맑은 고딕" panose="020B0503020000020004" pitchFamily="50" charset="-127"/>
                        </a:rPr>
                        <a:t>SafeHomeControlPanel</a:t>
                      </a:r>
                      <a:r>
                        <a:rPr lang="en-US" sz="1050" kern="100" dirty="0">
                          <a:solidFill>
                            <a:srgbClr val="000000"/>
                          </a:solidFill>
                          <a:effectLst/>
                          <a:latin typeface="Times New Roman" panose="02020603050405020304" pitchFamily="18" charset="0"/>
                          <a:ea typeface="맑은 고딕" panose="020B0503020000020004" pitchFamily="50" charset="-127"/>
                        </a:rPr>
                        <a:t>, System, </a:t>
                      </a:r>
                      <a:r>
                        <a:rPr lang="en-US" sz="1050" kern="100" dirty="0" err="1">
                          <a:solidFill>
                            <a:srgbClr val="000000"/>
                          </a:solidFill>
                          <a:effectLst/>
                          <a:latin typeface="Times New Roman" panose="02020603050405020304" pitchFamily="18" charset="0"/>
                          <a:ea typeface="맑은 고딕" panose="020B0503020000020004" pitchFamily="50" charset="-127"/>
                        </a:rPr>
                        <a:t>LoginManager</a:t>
                      </a:r>
                      <a:r>
                        <a:rPr lang="en-US" sz="1050" kern="100" dirty="0">
                          <a:solidFill>
                            <a:srgbClr val="000000"/>
                          </a:solidFill>
                          <a:effectLst/>
                          <a:latin typeface="Times New Roman" panose="02020603050405020304" pitchFamily="18" charset="0"/>
                          <a:ea typeface="맑은 고딕" panose="020B0503020000020004" pitchFamily="50" charset="-127"/>
                        </a:rPr>
                        <a:t>, and </a:t>
                      </a:r>
                      <a:r>
                        <a:rPr lang="en-US" sz="1050" kern="100" dirty="0" err="1">
                          <a:solidFill>
                            <a:srgbClr val="000000"/>
                          </a:solidFill>
                          <a:effectLst/>
                          <a:latin typeface="Times New Roman" panose="02020603050405020304" pitchFamily="18" charset="0"/>
                          <a:ea typeface="맑은 고딕" panose="020B0503020000020004" pitchFamily="50" charset="-127"/>
                        </a:rPr>
                        <a:t>StorageManager</a:t>
                      </a:r>
                      <a:r>
                        <a:rPr lang="en-US" sz="1050" kern="100" dirty="0">
                          <a:solidFill>
                            <a:srgbClr val="000000"/>
                          </a:solidFill>
                          <a:effectLst/>
                          <a:latin typeface="Times New Roman" panose="02020603050405020304" pitchFamily="18" charset="0"/>
                          <a:ea typeface="맑은 고딕" panose="020B0503020000020004" pitchFamily="50" charset="-127"/>
                        </a:rPr>
                        <a:t>,</a:t>
                      </a:r>
                      <a:r>
                        <a:rPr lang="en-US" sz="1050" kern="100" dirty="0">
                          <a:solidFill>
                            <a:srgbClr val="000000"/>
                          </a:solidFill>
                          <a:effectLst/>
                          <a:latin typeface="Times New Roman" panose="02020603050405020304" pitchFamily="18" charset="0"/>
                          <a:ea typeface="SimSun" panose="02010600030101010101" pitchFamily="2" charset="-122"/>
                        </a:rPr>
                        <a:t> page 47</a:t>
                      </a:r>
                      <a:r>
                        <a:rPr lang="en-US" sz="1050" kern="100" dirty="0">
                          <a:solidFill>
                            <a:srgbClr val="000000"/>
                          </a:solidFill>
                          <a:effectLst/>
                          <a:latin typeface="Times New Roman" panose="02020603050405020304" pitchFamily="18" charset="0"/>
                          <a:ea typeface="맑은 고딕" panose="020B0503020000020004" pitchFamily="50" charset="-127"/>
                        </a:rPr>
                        <a:t> of SDS</a:t>
                      </a:r>
                      <a:endParaRPr lang="ko-KR" sz="1050" kern="100" dirty="0">
                        <a:effectLst/>
                        <a:latin typeface="Times New Roman" panose="02020603050405020304" pitchFamily="18" charset="0"/>
                        <a:ea typeface="SimSun" panose="02010600030101010101" pitchFamily="2" charset="-122"/>
                      </a:endParaRPr>
                    </a:p>
                  </a:txBody>
                  <a:tcPr marL="7321" marR="7321" marT="7321" marB="732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658731776"/>
                  </a:ext>
                </a:extLst>
              </a:tr>
            </a:tbl>
          </a:graphicData>
        </a:graphic>
      </p:graphicFrame>
    </p:spTree>
    <p:extLst>
      <p:ext uri="{BB962C8B-B14F-4D97-AF65-F5344CB8AC3E}">
        <p14:creationId xmlns:p14="http://schemas.microsoft.com/office/powerpoint/2010/main" val="564387606"/>
      </p:ext>
    </p:extLst>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테마">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776</TotalTime>
  <Words>1629</Words>
  <Application>Microsoft Office PowerPoint</Application>
  <PresentationFormat>와이드스크린</PresentationFormat>
  <Paragraphs>147</Paragraphs>
  <Slides>9</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9</vt:i4>
      </vt:variant>
    </vt:vector>
  </HeadingPairs>
  <TitlesOfParts>
    <vt:vector size="16" baseType="lpstr">
      <vt:lpstr>맑은 고딕</vt:lpstr>
      <vt:lpstr>Aptos</vt:lpstr>
      <vt:lpstr>Aptos Display</vt:lpstr>
      <vt:lpstr>Arial</vt:lpstr>
      <vt:lpstr>Courier New</vt:lpstr>
      <vt:lpstr>Times New Roman</vt:lpstr>
      <vt:lpstr>Office Theme</vt:lpstr>
      <vt:lpstr>Practical Guidelines for Tests through Safehome Example</vt:lpstr>
      <vt:lpstr>General Guidelines for Tests  </vt:lpstr>
      <vt:lpstr>General Guidelines for Unit Tests</vt:lpstr>
      <vt:lpstr>Unit Test Example</vt:lpstr>
      <vt:lpstr>Example of Unit Test Document </vt:lpstr>
      <vt:lpstr>Integration Test Example</vt:lpstr>
      <vt:lpstr>Example of Integration Test Document</vt:lpstr>
      <vt:lpstr>System-level Test Example</vt:lpstr>
      <vt:lpstr>Example of System-level Test Document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세창 장</dc:creator>
  <cp:lastModifiedBy>moonzoo</cp:lastModifiedBy>
  <cp:revision>101</cp:revision>
  <dcterms:created xsi:type="dcterms:W3CDTF">2025-11-10T09:32:37Z</dcterms:created>
  <dcterms:modified xsi:type="dcterms:W3CDTF">2025-11-18T02:44:28Z</dcterms:modified>
</cp:coreProperties>
</file>