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20" r:id="rId1"/>
  </p:sldMasterIdLst>
  <p:notesMasterIdLst>
    <p:notesMasterId r:id="rId20"/>
  </p:notesMasterIdLst>
  <p:handoutMasterIdLst>
    <p:handoutMasterId r:id="rId21"/>
  </p:handoutMasterIdLst>
  <p:sldIdLst>
    <p:sldId id="256" r:id="rId2"/>
    <p:sldId id="668" r:id="rId3"/>
    <p:sldId id="678" r:id="rId4"/>
    <p:sldId id="680" r:id="rId5"/>
    <p:sldId id="673" r:id="rId6"/>
    <p:sldId id="674" r:id="rId7"/>
    <p:sldId id="675" r:id="rId8"/>
    <p:sldId id="676" r:id="rId9"/>
    <p:sldId id="669" r:id="rId10"/>
    <p:sldId id="670" r:id="rId11"/>
    <p:sldId id="701" r:id="rId12"/>
    <p:sldId id="671" r:id="rId13"/>
    <p:sldId id="672" r:id="rId14"/>
    <p:sldId id="685" r:id="rId15"/>
    <p:sldId id="686" r:id="rId16"/>
    <p:sldId id="683" r:id="rId17"/>
    <p:sldId id="644" r:id="rId18"/>
    <p:sldId id="357" r:id="rId19"/>
  </p:sldIdLst>
  <p:sldSz cx="12192000" cy="6858000"/>
  <p:notesSz cx="9928225" cy="6797675"/>
  <p:defaultTextStyle>
    <a:defPPr>
      <a:defRPr lang="en-US"/>
    </a:defPPr>
    <a:lvl1pPr marL="0" algn="l" defTabSz="914400" rtl="0" latinLnBrk="0">
      <a:defRPr sz="1800" kern="1200">
        <a:solidFill>
          <a:schemeClr val="tx1"/>
        </a:solidFill>
        <a:latin typeface="+mn-lt"/>
        <a:ea typeface="+mn-ea"/>
        <a:cs typeface="+mn-cs"/>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00" userDrawn="1">
          <p15:clr>
            <a:srgbClr val="A4A3A4"/>
          </p15:clr>
        </p15:guide>
        <p15:guide id="2" orient="horz" pos="2592" userDrawn="1">
          <p15:clr>
            <a:srgbClr val="A4A3A4"/>
          </p15:clr>
        </p15:guide>
        <p15:guide id="3" orient="horz" pos="1824" userDrawn="1">
          <p15:clr>
            <a:srgbClr val="A4A3A4"/>
          </p15:clr>
        </p15:guide>
        <p15:guide id="4" pos="3840" userDrawn="1">
          <p15:clr>
            <a:srgbClr val="A4A3A4"/>
          </p15:clr>
        </p15:guide>
        <p15:guide id="5" pos="1856" userDrawn="1">
          <p15:clr>
            <a:srgbClr val="A4A3A4"/>
          </p15:clr>
        </p15:guide>
        <p15:guide id="6" pos="5312" userDrawn="1">
          <p15:clr>
            <a:srgbClr val="A4A3A4"/>
          </p15:clr>
        </p15:guide>
        <p15:guide id="7" pos="3712" userDrawn="1">
          <p15:clr>
            <a:srgbClr val="A4A3A4"/>
          </p15:clr>
        </p15:guide>
      </p15:sldGuideLst>
    </p:ext>
    <p:ext uri="{2D200454-40CA-4A62-9FC3-DE9A4176ACB9}">
      <p15:notesGuideLst xmlns:p15="http://schemas.microsoft.com/office/powerpoint/2012/main">
        <p15:guide id="1" orient="horz" pos="2141">
          <p15:clr>
            <a:srgbClr val="A4A3A4"/>
          </p15:clr>
        </p15:guide>
        <p15:guide id="2" pos="312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만든 이" initials="오전"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2E6DD"/>
    <a:srgbClr val="FEE9C0"/>
    <a:srgbClr val="F4FAAB"/>
    <a:srgbClr val="FF0000"/>
    <a:srgbClr val="0000CC"/>
    <a:srgbClr val="0F4191"/>
    <a:srgbClr val="DAFDA7"/>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DCAF9ED-07DC-4A11-8D7F-57B35C25682E}" styleName="보통 스타일 1 - 강조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514" autoAdjust="0"/>
    <p:restoredTop sz="96041" autoAdjust="0"/>
  </p:normalViewPr>
  <p:slideViewPr>
    <p:cSldViewPr>
      <p:cViewPr varScale="1">
        <p:scale>
          <a:sx n="74" d="100"/>
          <a:sy n="74" d="100"/>
        </p:scale>
        <p:origin x="54" y="4254"/>
      </p:cViewPr>
      <p:guideLst>
        <p:guide orient="horz" pos="3600"/>
        <p:guide orient="horz" pos="2592"/>
        <p:guide orient="horz" pos="1824"/>
        <p:guide pos="3840"/>
        <p:guide pos="1856"/>
        <p:guide pos="5312"/>
        <p:guide pos="3712"/>
      </p:guideLst>
    </p:cSldViewPr>
  </p:slideViewPr>
  <p:notesTextViewPr>
    <p:cViewPr>
      <p:scale>
        <a:sx n="100" d="100"/>
        <a:sy n="100" d="100"/>
      </p:scale>
      <p:origin x="0" y="0"/>
    </p:cViewPr>
  </p:notesTextViewPr>
  <p:sorterViewPr>
    <p:cViewPr>
      <p:scale>
        <a:sx n="66" d="100"/>
        <a:sy n="66" d="100"/>
      </p:scale>
      <p:origin x="0" y="0"/>
    </p:cViewPr>
  </p:sorterViewPr>
  <p:notesViewPr>
    <p:cSldViewPr>
      <p:cViewPr>
        <p:scale>
          <a:sx n="150" d="100"/>
          <a:sy n="150" d="100"/>
        </p:scale>
        <p:origin x="-468" y="840"/>
      </p:cViewPr>
      <p:guideLst>
        <p:guide orient="horz" pos="2141"/>
        <p:guide pos="312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1"/>
            <a:ext cx="4302232" cy="339884"/>
          </a:xfrm>
          <a:prstGeom prst="rect">
            <a:avLst/>
          </a:prstGeom>
        </p:spPr>
        <p:txBody>
          <a:bodyPr vert="horz" lIns="91692" tIns="45846" rIns="91692" bIns="45846" rtlCol="0"/>
          <a:lstStyle>
            <a:lvl1pPr algn="l">
              <a:defRPr sz="1200"/>
            </a:lvl1pPr>
          </a:lstStyle>
          <a:p>
            <a:endParaRPr lang="ko-KR" altLang="en-US"/>
          </a:p>
        </p:txBody>
      </p:sp>
      <p:sp>
        <p:nvSpPr>
          <p:cNvPr id="3" name="날짜 개체 틀 2"/>
          <p:cNvSpPr>
            <a:spLocks noGrp="1"/>
          </p:cNvSpPr>
          <p:nvPr>
            <p:ph type="dt" sz="quarter" idx="1"/>
          </p:nvPr>
        </p:nvSpPr>
        <p:spPr>
          <a:xfrm>
            <a:off x="5623697" y="1"/>
            <a:ext cx="4302232" cy="339884"/>
          </a:xfrm>
          <a:prstGeom prst="rect">
            <a:avLst/>
          </a:prstGeom>
        </p:spPr>
        <p:txBody>
          <a:bodyPr vert="horz" lIns="91692" tIns="45846" rIns="91692" bIns="45846" rtlCol="0"/>
          <a:lstStyle>
            <a:lvl1pPr algn="r">
              <a:defRPr sz="1200"/>
            </a:lvl1pPr>
          </a:lstStyle>
          <a:p>
            <a:fld id="{20566D1B-0D1C-42D9-9914-2174036F284F}" type="datetimeFigureOut">
              <a:rPr lang="ko-KR" altLang="en-US" smtClean="0"/>
              <a:pPr/>
              <a:t>2025-11-10</a:t>
            </a:fld>
            <a:endParaRPr lang="ko-KR" altLang="en-US"/>
          </a:p>
        </p:txBody>
      </p:sp>
      <p:sp>
        <p:nvSpPr>
          <p:cNvPr id="4" name="바닥글 개체 틀 3"/>
          <p:cNvSpPr>
            <a:spLocks noGrp="1"/>
          </p:cNvSpPr>
          <p:nvPr>
            <p:ph type="ftr" sz="quarter" idx="2"/>
          </p:nvPr>
        </p:nvSpPr>
        <p:spPr>
          <a:xfrm>
            <a:off x="0" y="6456613"/>
            <a:ext cx="4302232" cy="339884"/>
          </a:xfrm>
          <a:prstGeom prst="rect">
            <a:avLst/>
          </a:prstGeom>
        </p:spPr>
        <p:txBody>
          <a:bodyPr vert="horz" lIns="91692" tIns="45846" rIns="91692" bIns="45846"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5623697" y="6456613"/>
            <a:ext cx="4302232" cy="339884"/>
          </a:xfrm>
          <a:prstGeom prst="rect">
            <a:avLst/>
          </a:prstGeom>
        </p:spPr>
        <p:txBody>
          <a:bodyPr vert="horz" lIns="91692" tIns="45846" rIns="91692" bIns="45846" rtlCol="0" anchor="b"/>
          <a:lstStyle>
            <a:lvl1pPr algn="r">
              <a:defRPr sz="1200"/>
            </a:lvl1pPr>
          </a:lstStyle>
          <a:p>
            <a:fld id="{76A72F3A-EA42-4A96-9A55-9403BE5157D5}" type="slidenum">
              <a:rPr lang="ko-KR" altLang="en-US" smtClean="0"/>
              <a:pPr/>
              <a:t>‹#›</a:t>
            </a:fld>
            <a:endParaRPr lang="ko-KR" altLang="en-US"/>
          </a:p>
        </p:txBody>
      </p:sp>
    </p:spTree>
    <p:extLst>
      <p:ext uri="{BB962C8B-B14F-4D97-AF65-F5344CB8AC3E}">
        <p14:creationId xmlns:p14="http://schemas.microsoft.com/office/powerpoint/2010/main" val="29962751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302232" cy="339884"/>
          </a:xfrm>
          <a:prstGeom prst="rect">
            <a:avLst/>
          </a:prstGeom>
        </p:spPr>
        <p:txBody>
          <a:bodyPr vert="horz" lIns="91692" tIns="45846" rIns="91692" bIns="45846" rtlCol="0"/>
          <a:lstStyle>
            <a:lvl1pPr algn="l" latinLnBrk="1">
              <a:defRPr lang="ko-KR" sz="1200"/>
            </a:lvl1pPr>
          </a:lstStyle>
          <a:p>
            <a:endParaRPr lang="ko-KR"/>
          </a:p>
        </p:txBody>
      </p:sp>
      <p:sp>
        <p:nvSpPr>
          <p:cNvPr id="3" name="Date Placeholder 2"/>
          <p:cNvSpPr>
            <a:spLocks noGrp="1"/>
          </p:cNvSpPr>
          <p:nvPr>
            <p:ph type="dt" idx="1"/>
          </p:nvPr>
        </p:nvSpPr>
        <p:spPr>
          <a:xfrm>
            <a:off x="5623697" y="1"/>
            <a:ext cx="4302232" cy="339884"/>
          </a:xfrm>
          <a:prstGeom prst="rect">
            <a:avLst/>
          </a:prstGeom>
        </p:spPr>
        <p:txBody>
          <a:bodyPr vert="horz" lIns="91692" tIns="45846" rIns="91692" bIns="45846" rtlCol="0"/>
          <a:lstStyle>
            <a:lvl1pPr algn="r" latinLnBrk="1">
              <a:defRPr lang="ko-KR" sz="1200"/>
            </a:lvl1pPr>
          </a:lstStyle>
          <a:p>
            <a:fld id="{2447E72A-D913-4DC2-9E0A-E520CE8FCC86}" type="datetimeFigureOut">
              <a:rPr lang="ko-KR" altLang="en-US"/>
              <a:pPr/>
              <a:t>2025-11-10</a:t>
            </a:fld>
            <a:endParaRPr lang="ko-KR"/>
          </a:p>
        </p:txBody>
      </p:sp>
      <p:sp>
        <p:nvSpPr>
          <p:cNvPr id="4" name="Slide Image Placeholder 3"/>
          <p:cNvSpPr>
            <a:spLocks noGrp="1" noRot="1" noChangeAspect="1"/>
          </p:cNvSpPr>
          <p:nvPr>
            <p:ph type="sldImg" idx="2"/>
          </p:nvPr>
        </p:nvSpPr>
        <p:spPr>
          <a:xfrm>
            <a:off x="2700338" y="511175"/>
            <a:ext cx="4527550" cy="2547938"/>
          </a:xfrm>
          <a:prstGeom prst="rect">
            <a:avLst/>
          </a:prstGeom>
          <a:noFill/>
          <a:ln w="12700">
            <a:solidFill>
              <a:prstClr val="black"/>
            </a:solidFill>
          </a:ln>
        </p:spPr>
        <p:txBody>
          <a:bodyPr vert="horz" lIns="91692" tIns="45846" rIns="91692" bIns="45846" rtlCol="0" anchor="ctr"/>
          <a:lstStyle/>
          <a:p>
            <a:endParaRPr lang="ko-KR"/>
          </a:p>
        </p:txBody>
      </p:sp>
      <p:sp>
        <p:nvSpPr>
          <p:cNvPr id="5" name="Notes Placeholder 4"/>
          <p:cNvSpPr>
            <a:spLocks noGrp="1"/>
          </p:cNvSpPr>
          <p:nvPr>
            <p:ph type="body" sz="quarter" idx="3"/>
          </p:nvPr>
        </p:nvSpPr>
        <p:spPr>
          <a:xfrm>
            <a:off x="992823" y="3228897"/>
            <a:ext cx="7942580" cy="3058953"/>
          </a:xfrm>
          <a:prstGeom prst="rect">
            <a:avLst/>
          </a:prstGeom>
        </p:spPr>
        <p:txBody>
          <a:bodyPr vert="horz" lIns="91692" tIns="45846" rIns="91692" bIns="45846" rtlCol="0">
            <a:normAutofit/>
          </a:bodyPr>
          <a:lstStyle/>
          <a:p>
            <a:pPr lvl="0"/>
            <a:r>
              <a:rPr lang="ko-KR"/>
              <a:t>마스터 텍스트 스타일을 편집합니다</a:t>
            </a:r>
          </a:p>
          <a:p>
            <a:pPr lvl="1"/>
            <a:r>
              <a:rPr lang="ko-KR"/>
              <a:t>둘째 수준</a:t>
            </a:r>
          </a:p>
          <a:p>
            <a:pPr lvl="2"/>
            <a:r>
              <a:rPr lang="ko-KR"/>
              <a:t>셋째 수준</a:t>
            </a:r>
          </a:p>
          <a:p>
            <a:pPr lvl="3"/>
            <a:r>
              <a:rPr lang="ko-KR"/>
              <a:t>넷째 수준</a:t>
            </a:r>
          </a:p>
          <a:p>
            <a:pPr lvl="4"/>
            <a:r>
              <a:rPr lang="ko-KR"/>
              <a:t>다섯째 수준</a:t>
            </a:r>
          </a:p>
        </p:txBody>
      </p:sp>
      <p:sp>
        <p:nvSpPr>
          <p:cNvPr id="6" name="Footer Placeholder 5"/>
          <p:cNvSpPr>
            <a:spLocks noGrp="1"/>
          </p:cNvSpPr>
          <p:nvPr>
            <p:ph type="ftr" sz="quarter" idx="4"/>
          </p:nvPr>
        </p:nvSpPr>
        <p:spPr>
          <a:xfrm>
            <a:off x="0" y="6456613"/>
            <a:ext cx="4302232" cy="339884"/>
          </a:xfrm>
          <a:prstGeom prst="rect">
            <a:avLst/>
          </a:prstGeom>
        </p:spPr>
        <p:txBody>
          <a:bodyPr vert="horz" lIns="91692" tIns="45846" rIns="91692" bIns="45846" rtlCol="0" anchor="b"/>
          <a:lstStyle>
            <a:lvl1pPr algn="l" latinLnBrk="1">
              <a:defRPr lang="ko-KR" sz="1200"/>
            </a:lvl1pPr>
          </a:lstStyle>
          <a:p>
            <a:endParaRPr lang="ko-KR"/>
          </a:p>
        </p:txBody>
      </p:sp>
      <p:sp>
        <p:nvSpPr>
          <p:cNvPr id="7" name="Slide Number Placeholder 6"/>
          <p:cNvSpPr>
            <a:spLocks noGrp="1"/>
          </p:cNvSpPr>
          <p:nvPr>
            <p:ph type="sldNum" sz="quarter" idx="5"/>
          </p:nvPr>
        </p:nvSpPr>
        <p:spPr>
          <a:xfrm>
            <a:off x="5623697" y="6456613"/>
            <a:ext cx="4302232" cy="339884"/>
          </a:xfrm>
          <a:prstGeom prst="rect">
            <a:avLst/>
          </a:prstGeom>
        </p:spPr>
        <p:txBody>
          <a:bodyPr vert="horz" lIns="91692" tIns="45846" rIns="91692" bIns="45846" rtlCol="0" anchor="b"/>
          <a:lstStyle>
            <a:lvl1pPr algn="r" latinLnBrk="1">
              <a:defRPr lang="ko-KR" sz="1200"/>
            </a:lvl1pPr>
          </a:lstStyle>
          <a:p>
            <a:fld id="{A5D78FC6-CE17-4259-A63C-DDFC12E048FC}" type="slidenum">
              <a:rPr/>
              <a:pPr/>
              <a:t>‹#›</a:t>
            </a:fld>
            <a:endParaRPr lang="ko-KR"/>
          </a:p>
        </p:txBody>
      </p:sp>
    </p:spTree>
    <p:extLst>
      <p:ext uri="{BB962C8B-B14F-4D97-AF65-F5344CB8AC3E}">
        <p14:creationId xmlns:p14="http://schemas.microsoft.com/office/powerpoint/2010/main" val="4056860721"/>
      </p:ext>
    </p:extLst>
  </p:cSld>
  <p:clrMap bg1="lt1" tx1="dk1" bg2="lt2" tx2="dk2" accent1="accent1" accent2="accent2" accent3="accent3" accent4="accent4" accent5="accent5" accent6="accent6" hlink="hlink" folHlink="folHlink"/>
  <p:hf hdr="0" ftr="0" dt="0"/>
  <p:notesStyle>
    <a:lvl1pPr marL="0" algn="l" rtl="0" latinLnBrk="1">
      <a:defRPr lang="ko-KR" sz="1200" kern="1200">
        <a:solidFill>
          <a:schemeClr val="tx1"/>
        </a:solidFill>
        <a:latin typeface="+mn-lt"/>
        <a:ea typeface="+mn-ea"/>
        <a:cs typeface="+mn-cs"/>
      </a:defRPr>
    </a:lvl1pPr>
    <a:lvl2pPr marL="457200" algn="l" rtl="0">
      <a:defRPr lang="ko-KR" sz="1200" kern="1200">
        <a:solidFill>
          <a:schemeClr val="tx1"/>
        </a:solidFill>
        <a:latin typeface="+mn-lt"/>
        <a:ea typeface="+mn-ea"/>
        <a:cs typeface="+mn-cs"/>
      </a:defRPr>
    </a:lvl2pPr>
    <a:lvl3pPr marL="914400" algn="l" rtl="0">
      <a:defRPr lang="ko-KR" sz="1200" kern="1200">
        <a:solidFill>
          <a:schemeClr val="tx1"/>
        </a:solidFill>
        <a:latin typeface="+mn-lt"/>
        <a:ea typeface="+mn-ea"/>
        <a:cs typeface="+mn-cs"/>
      </a:defRPr>
    </a:lvl3pPr>
    <a:lvl4pPr marL="1371600" algn="l" rtl="0">
      <a:defRPr lang="ko-KR" sz="1200" kern="1200">
        <a:solidFill>
          <a:schemeClr val="tx1"/>
        </a:solidFill>
        <a:latin typeface="+mn-lt"/>
        <a:ea typeface="+mn-ea"/>
        <a:cs typeface="+mn-cs"/>
      </a:defRPr>
    </a:lvl4pPr>
    <a:lvl5pPr marL="1828800" algn="l" rtl="0">
      <a:defRPr lang="ko-KR" sz="1200" kern="1200">
        <a:solidFill>
          <a:schemeClr val="tx1"/>
        </a:solidFill>
        <a:latin typeface="+mn-lt"/>
        <a:ea typeface="+mn-ea"/>
        <a:cs typeface="+mn-cs"/>
      </a:defRPr>
    </a:lvl5pPr>
    <a:lvl6pPr marL="2286000" algn="l" rtl="0">
      <a:defRPr lang="ko-KR" sz="1200" kern="1200">
        <a:solidFill>
          <a:schemeClr val="tx1"/>
        </a:solidFill>
        <a:latin typeface="+mn-lt"/>
        <a:ea typeface="+mn-ea"/>
        <a:cs typeface="+mn-cs"/>
      </a:defRPr>
    </a:lvl6pPr>
    <a:lvl7pPr marL="2743200" algn="l" rtl="0">
      <a:defRPr lang="ko-KR" sz="1200" kern="1200">
        <a:solidFill>
          <a:schemeClr val="tx1"/>
        </a:solidFill>
        <a:latin typeface="+mn-lt"/>
        <a:ea typeface="+mn-ea"/>
        <a:cs typeface="+mn-cs"/>
      </a:defRPr>
    </a:lvl7pPr>
    <a:lvl8pPr marL="3200400" algn="l" rtl="0">
      <a:defRPr lang="ko-KR" sz="1200" kern="1200">
        <a:solidFill>
          <a:schemeClr val="tx1"/>
        </a:solidFill>
        <a:latin typeface="+mn-lt"/>
        <a:ea typeface="+mn-ea"/>
        <a:cs typeface="+mn-cs"/>
      </a:defRPr>
    </a:lvl8pPr>
    <a:lvl9pPr marL="3657600" algn="l" rtl="0">
      <a:defRPr lang="ko-K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00338" y="511175"/>
            <a:ext cx="4527550" cy="2547938"/>
          </a:xfrm>
        </p:spPr>
      </p:sp>
      <p:sp>
        <p:nvSpPr>
          <p:cNvPr id="3" name="Notes Placeholder 2"/>
          <p:cNvSpPr>
            <a:spLocks noGrp="1"/>
          </p:cNvSpPr>
          <p:nvPr>
            <p:ph type="body" idx="1"/>
          </p:nvPr>
        </p:nvSpPr>
        <p:spPr/>
        <p:txBody>
          <a:bodyPr>
            <a:normAutofit/>
          </a:bodyPr>
          <a:lstStyle/>
          <a:p>
            <a:endParaRPr lang="ko-KR"/>
          </a:p>
        </p:txBody>
      </p:sp>
      <p:sp>
        <p:nvSpPr>
          <p:cNvPr id="4" name="Slide Number Placeholder 3"/>
          <p:cNvSpPr>
            <a:spLocks noGrp="1"/>
          </p:cNvSpPr>
          <p:nvPr>
            <p:ph type="sldNum" sz="quarter" idx="10"/>
          </p:nvPr>
        </p:nvSpPr>
        <p:spPr/>
        <p:txBody>
          <a:bodyPr/>
          <a:lstStyle/>
          <a:p>
            <a:fld id="{A5D78FC6-CE17-4259-A63C-DDFC12E048FC}" type="slidenum">
              <a:rPr lang="en-US" altLang="ko-KR" smtClean="0"/>
              <a:pPr/>
              <a:t>1</a:t>
            </a:fld>
            <a:endParaRPr lang="ko-KR"/>
          </a:p>
        </p:txBody>
      </p:sp>
    </p:spTree>
    <p:extLst>
      <p:ext uri="{BB962C8B-B14F-4D97-AF65-F5344CB8AC3E}">
        <p14:creationId xmlns:p14="http://schemas.microsoft.com/office/powerpoint/2010/main" val="3992159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A5D78FC6-CE17-4259-A63C-DDFC12E048FC}" type="slidenum">
              <a:rPr lang="en-US" altLang="ko-Kore-KR" smtClean="0"/>
              <a:pPr/>
              <a:t>5</a:t>
            </a:fld>
            <a:endParaRPr lang="ko-Kore-KR" altLang="en-US"/>
          </a:p>
        </p:txBody>
      </p:sp>
    </p:spTree>
    <p:extLst>
      <p:ext uri="{BB962C8B-B14F-4D97-AF65-F5344CB8AC3E}">
        <p14:creationId xmlns:p14="http://schemas.microsoft.com/office/powerpoint/2010/main" val="3764997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A5D78FC6-CE17-4259-A63C-DDFC12E048FC}" type="slidenum">
              <a:rPr lang="en-US" altLang="ko-Kore-KR" smtClean="0"/>
              <a:pPr/>
              <a:t>6</a:t>
            </a:fld>
            <a:endParaRPr lang="ko-Kore-KR" altLang="en-US"/>
          </a:p>
        </p:txBody>
      </p:sp>
    </p:spTree>
    <p:extLst>
      <p:ext uri="{BB962C8B-B14F-4D97-AF65-F5344CB8AC3E}">
        <p14:creationId xmlns:p14="http://schemas.microsoft.com/office/powerpoint/2010/main" val="1405980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A5D78FC6-CE17-4259-A63C-DDFC12E048FC}" type="slidenum">
              <a:rPr lang="en-US" altLang="ko-Kore-KR" smtClean="0"/>
              <a:pPr/>
              <a:t>13</a:t>
            </a:fld>
            <a:endParaRPr lang="ko-Kore-KR" altLang="en-US"/>
          </a:p>
        </p:txBody>
      </p:sp>
    </p:spTree>
    <p:extLst>
      <p:ext uri="{BB962C8B-B14F-4D97-AF65-F5344CB8AC3E}">
        <p14:creationId xmlns:p14="http://schemas.microsoft.com/office/powerpoint/2010/main" val="1223636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kumimoji="1" lang="en-US" altLang="ko-Kore-KR" dirty="0"/>
              <a:t>P</a:t>
            </a:r>
            <a:endParaRPr kumimoji="1" lang="ko-Kore-KR" altLang="en-US" dirty="0"/>
          </a:p>
        </p:txBody>
      </p:sp>
      <p:sp>
        <p:nvSpPr>
          <p:cNvPr id="4" name="슬라이드 번호 개체 틀 3"/>
          <p:cNvSpPr>
            <a:spLocks noGrp="1"/>
          </p:cNvSpPr>
          <p:nvPr>
            <p:ph type="sldNum" sz="quarter" idx="5"/>
          </p:nvPr>
        </p:nvSpPr>
        <p:spPr/>
        <p:txBody>
          <a:bodyPr/>
          <a:lstStyle/>
          <a:p>
            <a:fld id="{A5D78FC6-CE17-4259-A63C-DDFC12E048FC}" type="slidenum">
              <a:rPr lang="en-US" altLang="ko-Kore-KR" smtClean="0"/>
              <a:pPr/>
              <a:t>14</a:t>
            </a:fld>
            <a:endParaRPr lang="ko-Kore-KR" altLang="en-US"/>
          </a:p>
        </p:txBody>
      </p:sp>
    </p:spTree>
    <p:extLst>
      <p:ext uri="{BB962C8B-B14F-4D97-AF65-F5344CB8AC3E}">
        <p14:creationId xmlns:p14="http://schemas.microsoft.com/office/powerpoint/2010/main" val="636854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A5D78FC6-CE17-4259-A63C-DDFC12E048FC}" type="slidenum">
              <a:rPr lang="en-US" altLang="ko-Kore-KR" smtClean="0"/>
              <a:pPr/>
              <a:t>17</a:t>
            </a:fld>
            <a:endParaRPr lang="ko-Kore-KR" altLang="en-US"/>
          </a:p>
        </p:txBody>
      </p:sp>
    </p:spTree>
    <p:extLst>
      <p:ext uri="{BB962C8B-B14F-4D97-AF65-F5344CB8AC3E}">
        <p14:creationId xmlns:p14="http://schemas.microsoft.com/office/powerpoint/2010/main" val="26173983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flip="none" rotWithShape="1">
          <a:gsLst>
            <a:gs pos="18000">
              <a:schemeClr val="bg1"/>
            </a:gs>
            <a:gs pos="80000">
              <a:srgbClr val="50B0E7"/>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lgn="ctr">
              <a:defRPr sz="4000">
                <a:latin typeface="Arial" charset="0"/>
                <a:ea typeface="Arial" charset="0"/>
                <a:cs typeface="Arial" charset="0"/>
              </a:defRPr>
            </a:lvl1pPr>
          </a:lstStyle>
          <a:p>
            <a:r>
              <a:rPr lang="en-US" altLang="ko-KR"/>
              <a:t>Click to edit Master title style</a:t>
            </a:r>
            <a:endParaRPr lang="ko-KR" alt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ko-KR"/>
              <a:t>Click to edit Master subtitle style</a:t>
            </a:r>
            <a:endParaRPr lang="ko-KR" altLang="en-US" dirty="0"/>
          </a:p>
        </p:txBody>
      </p:sp>
      <p:sp>
        <p:nvSpPr>
          <p:cNvPr id="7" name="TextBox 6"/>
          <p:cNvSpPr txBox="1"/>
          <p:nvPr/>
        </p:nvSpPr>
        <p:spPr>
          <a:xfrm>
            <a:off x="4844659" y="693737"/>
            <a:ext cx="1219200" cy="914400"/>
          </a:xfrm>
          <a:prstGeom prst="rect">
            <a:avLst/>
          </a:prstGeom>
          <a:noFill/>
        </p:spPr>
        <p:txBody>
          <a:bodyPr wrap="none" rtlCol="0" anchor="ctr">
            <a:noAutofit/>
          </a:bodyPr>
          <a:lstStyle/>
          <a:p>
            <a:pPr marL="285750" indent="-285750">
              <a:spcBef>
                <a:spcPts val="600"/>
              </a:spcBef>
              <a:buFont typeface="Arial" panose="020B0604020202020204" pitchFamily="34" charset="0"/>
              <a:buChar char="•"/>
            </a:pPr>
            <a:endParaRPr kumimoji="1" lang="ja-JP" altLang="en-US" sz="1200" b="1" dirty="0"/>
          </a:p>
        </p:txBody>
      </p:sp>
      <p:pic>
        <p:nvPicPr>
          <p:cNvPr id="6" name="Picture 9">
            <a:extLst>
              <a:ext uri="{FF2B5EF4-FFF2-40B4-BE49-F238E27FC236}">
                <a16:creationId xmlns:a16="http://schemas.microsoft.com/office/drawing/2014/main" id="{AF2A19E8-2598-D944-B408-E678960DC04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62000" y="304800"/>
            <a:ext cx="1838960" cy="619874"/>
          </a:xfrm>
          <a:prstGeom prst="rect">
            <a:avLst/>
          </a:prstGeom>
        </p:spPr>
      </p:pic>
    </p:spTree>
    <p:extLst>
      <p:ext uri="{BB962C8B-B14F-4D97-AF65-F5344CB8AC3E}">
        <p14:creationId xmlns:p14="http://schemas.microsoft.com/office/powerpoint/2010/main" val="16516633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t>Click to edit Master title style</a:t>
            </a:r>
            <a:endParaRPr lang="ko-KR" altLang="en-US" dirty="0"/>
          </a:p>
        </p:txBody>
      </p:sp>
      <p:sp>
        <p:nvSpPr>
          <p:cNvPr id="3" name="Content Placeholder 2"/>
          <p:cNvSpPr>
            <a:spLocks noGrp="1"/>
          </p:cNvSpPr>
          <p:nvPr>
            <p:ph idx="1"/>
          </p:nvPr>
        </p:nvSpPr>
        <p:spPr>
          <a:xfrm>
            <a:off x="609600" y="914400"/>
            <a:ext cx="11055019" cy="5410200"/>
          </a:xfrm>
        </p:spPr>
        <p:txBody>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endParaRPr lang="ko-KR" altLang="en-US" dirty="0"/>
          </a:p>
        </p:txBody>
      </p:sp>
      <p:sp>
        <p:nvSpPr>
          <p:cNvPr id="4" name="Date Placeholder 3"/>
          <p:cNvSpPr>
            <a:spLocks noGrp="1"/>
          </p:cNvSpPr>
          <p:nvPr>
            <p:ph type="dt" sz="half" idx="10"/>
          </p:nvPr>
        </p:nvSpPr>
        <p:spPr/>
        <p:txBody>
          <a:bodyPr/>
          <a:lstStyle/>
          <a:p>
            <a:r>
              <a:rPr lang="en-US" altLang="ko-KR"/>
              <a:t>Spring 2025</a:t>
            </a:r>
            <a:endParaRPr lang="en-US" altLang="en-US" dirty="0"/>
          </a:p>
        </p:txBody>
      </p:sp>
      <p:sp>
        <p:nvSpPr>
          <p:cNvPr id="5" name="Footer Placeholder 4"/>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Slide Number Placeholder 5"/>
          <p:cNvSpPr>
            <a:spLocks noGrp="1"/>
          </p:cNvSpPr>
          <p:nvPr>
            <p:ph type="sldNum" sz="quarter" idx="12"/>
          </p:nvPr>
        </p:nvSpPr>
        <p:spPr/>
        <p:txBody>
          <a:bodyPr/>
          <a:lstStyle/>
          <a:p>
            <a:fld id="{72AC53DF-4216-466D-99A7-94400E6C2A25}" type="slidenum">
              <a:rPr lang="en-US" altLang="ko-KR" sz="1200" smtClean="0">
                <a:solidFill>
                  <a:schemeClr val="tx2"/>
                </a:solidFill>
              </a:rPr>
              <a:pPr/>
              <a:t>‹#›</a:t>
            </a:fld>
            <a:endParaRPr lang="ko-KR" altLang="en-US" dirty="0"/>
          </a:p>
        </p:txBody>
      </p:sp>
      <p:sp>
        <p:nvSpPr>
          <p:cNvPr id="8" name="Rectangle 7"/>
          <p:cNvSpPr/>
          <p:nvPr/>
        </p:nvSpPr>
        <p:spPr>
          <a:xfrm>
            <a:off x="0" y="620688"/>
            <a:ext cx="12192000" cy="72008"/>
          </a:xfrm>
          <a:prstGeom prst="rect">
            <a:avLst/>
          </a:prstGeom>
          <a:gradFill flip="none" rotWithShape="1">
            <a:gsLst>
              <a:gs pos="0">
                <a:srgbClr val="5FBEEB"/>
              </a:gs>
              <a:gs pos="87000">
                <a:srgbClr val="FFFFFF"/>
              </a:gs>
            </a:gsLst>
            <a:lin ang="10800000" scaled="1"/>
            <a:tileRect/>
          </a:gra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dirty="0"/>
          </a:p>
        </p:txBody>
      </p:sp>
      <p:pic>
        <p:nvPicPr>
          <p:cNvPr id="10" name="Picture 8">
            <a:extLst>
              <a:ext uri="{FF2B5EF4-FFF2-40B4-BE49-F238E27FC236}">
                <a16:creationId xmlns:a16="http://schemas.microsoft.com/office/drawing/2014/main" id="{20F90BFD-81E8-494C-9CA2-979747C5975F}"/>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491594" y="6428613"/>
            <a:ext cx="1593088" cy="429387"/>
          </a:xfrm>
          <a:prstGeom prst="rect">
            <a:avLst/>
          </a:prstGeom>
        </p:spPr>
      </p:pic>
    </p:spTree>
    <p:extLst>
      <p:ext uri="{BB962C8B-B14F-4D97-AF65-F5344CB8AC3E}">
        <p14:creationId xmlns:p14="http://schemas.microsoft.com/office/powerpoint/2010/main" val="341488584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2971801"/>
            <a:ext cx="10363200" cy="1362075"/>
          </a:xfrm>
        </p:spPr>
        <p:txBody>
          <a:bodyPr anchor="t"/>
          <a:lstStyle>
            <a:lvl1pPr algn="l">
              <a:defRPr sz="4000" b="1" cap="all"/>
            </a:lvl1pPr>
          </a:lstStyle>
          <a:p>
            <a:r>
              <a:rPr lang="en-US" altLang="ko-KR"/>
              <a:t>Click to edit Master title style</a:t>
            </a:r>
            <a:endParaRPr lang="ko-KR" altLang="en-US" dirty="0"/>
          </a:p>
        </p:txBody>
      </p:sp>
      <p:sp>
        <p:nvSpPr>
          <p:cNvPr id="3" name="Text Placeholder 2"/>
          <p:cNvSpPr>
            <a:spLocks noGrp="1"/>
          </p:cNvSpPr>
          <p:nvPr>
            <p:ph type="body" idx="1"/>
          </p:nvPr>
        </p:nvSpPr>
        <p:spPr>
          <a:xfrm>
            <a:off x="914400" y="1295401"/>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ko-KR"/>
              <a:t>Click to edit Master text styles</a:t>
            </a:r>
          </a:p>
        </p:txBody>
      </p:sp>
      <p:sp>
        <p:nvSpPr>
          <p:cNvPr id="4" name="Date Placeholder 3"/>
          <p:cNvSpPr>
            <a:spLocks noGrp="1"/>
          </p:cNvSpPr>
          <p:nvPr>
            <p:ph type="dt" sz="half" idx="10"/>
          </p:nvPr>
        </p:nvSpPr>
        <p:spPr/>
        <p:txBody>
          <a:bodyPr/>
          <a:lstStyle/>
          <a:p>
            <a:r>
              <a:rPr lang="en-US" altLang="ko-KR"/>
              <a:t>Spring 2025</a:t>
            </a:r>
            <a:endParaRPr lang="en-US" altLang="en-US" dirty="0"/>
          </a:p>
        </p:txBody>
      </p:sp>
      <p:sp>
        <p:nvSpPr>
          <p:cNvPr id="5" name="Footer Placeholder 4"/>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Slide Number Placeholder 5"/>
          <p:cNvSpPr>
            <a:spLocks noGrp="1"/>
          </p:cNvSpPr>
          <p:nvPr>
            <p:ph type="sldNum" sz="quarter" idx="12"/>
          </p:nvPr>
        </p:nvSpPr>
        <p:spPr/>
        <p:txBody>
          <a:bodyPr/>
          <a:lstStyle/>
          <a:p>
            <a:fld id="{72AC53DF-4216-466D-99A7-94400E6C2A25}" type="slidenum">
              <a:rPr lang="en-US" altLang="ko-KR" sz="1200" smtClean="0">
                <a:solidFill>
                  <a:schemeClr val="tx2"/>
                </a:solidFill>
              </a:rPr>
              <a:pPr/>
              <a:t>‹#›</a:t>
            </a:fld>
            <a:endParaRPr lang="ko-KR" altLang="en-US" dirty="0"/>
          </a:p>
        </p:txBody>
      </p:sp>
      <p:sp>
        <p:nvSpPr>
          <p:cNvPr id="7" name="Rectangle 6"/>
          <p:cNvSpPr/>
          <p:nvPr/>
        </p:nvSpPr>
        <p:spPr>
          <a:xfrm>
            <a:off x="0" y="2819400"/>
            <a:ext cx="12192000" cy="152400"/>
          </a:xfrm>
          <a:prstGeom prst="rect">
            <a:avLst/>
          </a:prstGeom>
          <a:gradFill flip="none" rotWithShape="1">
            <a:gsLst>
              <a:gs pos="0">
                <a:srgbClr val="5FBEEB"/>
              </a:gs>
              <a:gs pos="87000">
                <a:srgbClr val="FFFFFF"/>
              </a:gs>
            </a:gsLst>
            <a:lin ang="10800000" scaled="1"/>
            <a:tileRect/>
          </a:gra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dirty="0"/>
          </a:p>
        </p:txBody>
      </p:sp>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203201" y="6424208"/>
            <a:ext cx="1690624" cy="455676"/>
          </a:xfrm>
          <a:prstGeom prst="rect">
            <a:avLst/>
          </a:prstGeom>
        </p:spPr>
      </p:pic>
      <p:sp>
        <p:nvSpPr>
          <p:cNvPr id="10" name="Rectangle 9"/>
          <p:cNvSpPr/>
          <p:nvPr userDrawn="1"/>
        </p:nvSpPr>
        <p:spPr>
          <a:xfrm>
            <a:off x="0" y="2819400"/>
            <a:ext cx="12192000" cy="152400"/>
          </a:xfrm>
          <a:prstGeom prst="rect">
            <a:avLst/>
          </a:prstGeom>
          <a:gradFill flip="none" rotWithShape="1">
            <a:gsLst>
              <a:gs pos="0">
                <a:srgbClr val="5FBEEB"/>
              </a:gs>
              <a:gs pos="87000">
                <a:srgbClr val="FFFFFF"/>
              </a:gs>
            </a:gsLst>
            <a:lin ang="10800000" scaled="1"/>
            <a:tileRect/>
          </a:gra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dirty="0"/>
          </a:p>
        </p:txBody>
      </p:sp>
    </p:spTree>
    <p:extLst>
      <p:ext uri="{BB962C8B-B14F-4D97-AF65-F5344CB8AC3E}">
        <p14:creationId xmlns:p14="http://schemas.microsoft.com/office/powerpoint/2010/main" val="310904085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ko-KR" altLang="en-US"/>
          </a:p>
        </p:txBody>
      </p:sp>
      <p:sp>
        <p:nvSpPr>
          <p:cNvPr id="3" name="Content Placeholder 2"/>
          <p:cNvSpPr>
            <a:spLocks noGrp="1"/>
          </p:cNvSpPr>
          <p:nvPr>
            <p:ph sz="half" idx="1"/>
          </p:nvPr>
        </p:nvSpPr>
        <p:spPr>
          <a:xfrm>
            <a:off x="609600" y="1052737"/>
            <a:ext cx="5384800" cy="50734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dirty="0"/>
          </a:p>
        </p:txBody>
      </p:sp>
      <p:sp>
        <p:nvSpPr>
          <p:cNvPr id="4" name="Content Placeholder 3"/>
          <p:cNvSpPr>
            <a:spLocks noGrp="1"/>
          </p:cNvSpPr>
          <p:nvPr>
            <p:ph sz="half" idx="2"/>
          </p:nvPr>
        </p:nvSpPr>
        <p:spPr>
          <a:xfrm>
            <a:off x="6197600" y="1052737"/>
            <a:ext cx="5384800" cy="507342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dirty="0"/>
          </a:p>
        </p:txBody>
      </p:sp>
      <p:sp>
        <p:nvSpPr>
          <p:cNvPr id="5" name="Date Placeholder 4"/>
          <p:cNvSpPr>
            <a:spLocks noGrp="1"/>
          </p:cNvSpPr>
          <p:nvPr>
            <p:ph type="dt" sz="half" idx="10"/>
          </p:nvPr>
        </p:nvSpPr>
        <p:spPr/>
        <p:txBody>
          <a:bodyPr/>
          <a:lstStyle/>
          <a:p>
            <a:r>
              <a:rPr lang="en-US" altLang="ko-KR"/>
              <a:t>Spring 2025</a:t>
            </a:r>
            <a:endParaRPr lang="en-US" altLang="en-US" dirty="0"/>
          </a:p>
        </p:txBody>
      </p:sp>
      <p:sp>
        <p:nvSpPr>
          <p:cNvPr id="6" name="Footer Placeholder 5"/>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7" name="Slide Number Placeholder 6"/>
          <p:cNvSpPr>
            <a:spLocks noGrp="1"/>
          </p:cNvSpPr>
          <p:nvPr>
            <p:ph type="sldNum" sz="quarter" idx="12"/>
          </p:nvPr>
        </p:nvSpPr>
        <p:spPr/>
        <p:txBody>
          <a:bodyPr/>
          <a:lstStyle/>
          <a:p>
            <a:fld id="{72AC53DF-4216-466D-99A7-94400E6C2A25}" type="slidenum">
              <a:rPr lang="en-US" altLang="ko-KR" sz="1200" smtClean="0">
                <a:solidFill>
                  <a:schemeClr val="tx2"/>
                </a:solidFill>
              </a:rPr>
              <a:pPr/>
              <a:t>‹#›</a:t>
            </a:fld>
            <a:endParaRPr lang="ko-KR" altLang="en-US" dirty="0"/>
          </a:p>
        </p:txBody>
      </p:sp>
      <p:sp>
        <p:nvSpPr>
          <p:cNvPr id="8" name="Rectangle 7"/>
          <p:cNvSpPr/>
          <p:nvPr/>
        </p:nvSpPr>
        <p:spPr>
          <a:xfrm>
            <a:off x="0" y="692696"/>
            <a:ext cx="12192000" cy="72008"/>
          </a:xfrm>
          <a:prstGeom prst="rect">
            <a:avLst/>
          </a:prstGeom>
          <a:gradFill flip="none" rotWithShape="1">
            <a:gsLst>
              <a:gs pos="0">
                <a:srgbClr val="5FBEEB"/>
              </a:gs>
              <a:gs pos="87000">
                <a:srgbClr val="FFFFFF"/>
              </a:gs>
            </a:gsLst>
            <a:lin ang="10800000" scaled="1"/>
            <a:tileRect/>
          </a:gra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dirty="0"/>
          </a:p>
        </p:txBody>
      </p:sp>
    </p:spTree>
    <p:extLst>
      <p:ext uri="{BB962C8B-B14F-4D97-AF65-F5344CB8AC3E}">
        <p14:creationId xmlns:p14="http://schemas.microsoft.com/office/powerpoint/2010/main" val="101198780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ko-KR"/>
              <a:t>Click to edit Master title style</a:t>
            </a:r>
            <a:endParaRPr lang="ko-KR" altLang="en-US"/>
          </a:p>
        </p:txBody>
      </p:sp>
      <p:sp>
        <p:nvSpPr>
          <p:cNvPr id="3" name="Text Placeholder 2"/>
          <p:cNvSpPr>
            <a:spLocks noGrp="1"/>
          </p:cNvSpPr>
          <p:nvPr>
            <p:ph type="body" idx="1"/>
          </p:nvPr>
        </p:nvSpPr>
        <p:spPr>
          <a:xfrm>
            <a:off x="608244" y="980728"/>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4" name="Content Placeholder 3"/>
          <p:cNvSpPr>
            <a:spLocks noGrp="1"/>
          </p:cNvSpPr>
          <p:nvPr>
            <p:ph sz="half" idx="2"/>
          </p:nvPr>
        </p:nvSpPr>
        <p:spPr>
          <a:xfrm>
            <a:off x="609600" y="1628801"/>
            <a:ext cx="5386917" cy="44973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dirty="0"/>
          </a:p>
        </p:txBody>
      </p:sp>
      <p:sp>
        <p:nvSpPr>
          <p:cNvPr id="5" name="Text Placeholder 4"/>
          <p:cNvSpPr>
            <a:spLocks noGrp="1"/>
          </p:cNvSpPr>
          <p:nvPr>
            <p:ph type="body" sz="quarter" idx="3"/>
          </p:nvPr>
        </p:nvSpPr>
        <p:spPr>
          <a:xfrm>
            <a:off x="6192012" y="980728"/>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a:t>Click to edit Master text styles</a:t>
            </a:r>
          </a:p>
        </p:txBody>
      </p:sp>
      <p:sp>
        <p:nvSpPr>
          <p:cNvPr id="6" name="Content Placeholder 5"/>
          <p:cNvSpPr>
            <a:spLocks noGrp="1"/>
          </p:cNvSpPr>
          <p:nvPr>
            <p:ph sz="quarter" idx="4"/>
          </p:nvPr>
        </p:nvSpPr>
        <p:spPr>
          <a:xfrm>
            <a:off x="6193368" y="1628801"/>
            <a:ext cx="5389033" cy="44973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7" name="Date Placeholder 6"/>
          <p:cNvSpPr>
            <a:spLocks noGrp="1"/>
          </p:cNvSpPr>
          <p:nvPr>
            <p:ph type="dt" sz="half" idx="10"/>
          </p:nvPr>
        </p:nvSpPr>
        <p:spPr/>
        <p:txBody>
          <a:bodyPr/>
          <a:lstStyle/>
          <a:p>
            <a:r>
              <a:rPr lang="en-US" altLang="ko-KR"/>
              <a:t>Spring 2025</a:t>
            </a:r>
            <a:endParaRPr lang="en-US" altLang="en-US" dirty="0"/>
          </a:p>
        </p:txBody>
      </p:sp>
      <p:sp>
        <p:nvSpPr>
          <p:cNvPr id="8" name="Footer Placeholder 7"/>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9" name="Slide Number Placeholder 8"/>
          <p:cNvSpPr>
            <a:spLocks noGrp="1"/>
          </p:cNvSpPr>
          <p:nvPr>
            <p:ph type="sldNum" sz="quarter" idx="12"/>
          </p:nvPr>
        </p:nvSpPr>
        <p:spPr/>
        <p:txBody>
          <a:bodyPr/>
          <a:lstStyle/>
          <a:p>
            <a:fld id="{72AC53DF-4216-466D-99A7-94400E6C2A25}" type="slidenum">
              <a:rPr lang="en-US" altLang="ko-KR" sz="1200" smtClean="0">
                <a:solidFill>
                  <a:schemeClr val="tx2"/>
                </a:solidFill>
              </a:rPr>
              <a:pPr/>
              <a:t>‹#›</a:t>
            </a:fld>
            <a:endParaRPr lang="ko-KR" altLang="en-US" dirty="0"/>
          </a:p>
        </p:txBody>
      </p:sp>
      <p:sp>
        <p:nvSpPr>
          <p:cNvPr id="10" name="Rectangle 9"/>
          <p:cNvSpPr/>
          <p:nvPr/>
        </p:nvSpPr>
        <p:spPr>
          <a:xfrm>
            <a:off x="0" y="692696"/>
            <a:ext cx="12192000" cy="72008"/>
          </a:xfrm>
          <a:prstGeom prst="rect">
            <a:avLst/>
          </a:prstGeom>
          <a:gradFill flip="none" rotWithShape="1">
            <a:gsLst>
              <a:gs pos="0">
                <a:srgbClr val="5FBEEB"/>
              </a:gs>
              <a:gs pos="87000">
                <a:srgbClr val="FFFFFF"/>
              </a:gs>
            </a:gsLst>
            <a:lin ang="10800000" scaled="1"/>
            <a:tileRect/>
          </a:gra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dirty="0"/>
          </a:p>
        </p:txBody>
      </p:sp>
    </p:spTree>
    <p:extLst>
      <p:ext uri="{BB962C8B-B14F-4D97-AF65-F5344CB8AC3E}">
        <p14:creationId xmlns:p14="http://schemas.microsoft.com/office/powerpoint/2010/main" val="156711795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304800" y="152400"/>
            <a:ext cx="2235200" cy="451842"/>
          </a:xfrm>
          <a:prstGeom prst="rect">
            <a:avLst/>
          </a:prstGeom>
        </p:spPr>
      </p:pic>
    </p:spTree>
    <p:extLst>
      <p:ext uri="{BB962C8B-B14F-4D97-AF65-F5344CB8AC3E}">
        <p14:creationId xmlns:p14="http://schemas.microsoft.com/office/powerpoint/2010/main" val="226051778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b="1">
                <a:solidFill>
                  <a:srgbClr val="004191"/>
                </a:solidFill>
              </a:defRPr>
            </a:lvl1pPr>
          </a:lstStyle>
          <a:p>
            <a:pPr algn="l" fontAlgn="base">
              <a:spcBef>
                <a:spcPct val="0"/>
              </a:spcBef>
              <a:spcAft>
                <a:spcPct val="0"/>
              </a:spcAft>
              <a:defRPr/>
            </a:pPr>
            <a:r>
              <a:rPr lang="en-US" altLang="ko-KR"/>
              <a:t>CS30500        Copyright (c) In-Young Ko, KAIST</a:t>
            </a:r>
            <a:endParaRPr lang="en-US" altLang="en-US" dirty="0"/>
          </a:p>
        </p:txBody>
      </p:sp>
      <p:sp>
        <p:nvSpPr>
          <p:cNvPr id="4" name="Slide Number Placeholder 3"/>
          <p:cNvSpPr>
            <a:spLocks noGrp="1"/>
          </p:cNvSpPr>
          <p:nvPr>
            <p:ph type="sldNum" sz="quarter" idx="12"/>
          </p:nvPr>
        </p:nvSpPr>
        <p:spPr/>
        <p:txBody>
          <a:bodyPr vert="horz" lIns="91440" tIns="45720" rIns="91440" bIns="45720" rtlCol="0" anchor="ctr"/>
          <a:lstStyle>
            <a:lvl1pPr algn="r">
              <a:defRPr lang="en-US" altLang="ko-KR" b="1" smtClean="0">
                <a:solidFill>
                  <a:srgbClr val="004191"/>
                </a:solidFill>
              </a:defRPr>
            </a:lvl1pPr>
          </a:lstStyle>
          <a:p>
            <a:fld id="{72AC53DF-4216-466D-99A7-94400E6C2A25}" type="slidenum">
              <a:rPr lang="en-US" altLang="ko-KR" sz="1200" smtClean="0">
                <a:solidFill>
                  <a:schemeClr val="tx2"/>
                </a:solidFill>
              </a:rPr>
              <a:pPr/>
              <a:t>‹#›</a:t>
            </a:fld>
            <a:endParaRPr lang="ko-KR" altLang="en-US" dirty="0"/>
          </a:p>
        </p:txBody>
      </p:sp>
      <p:sp>
        <p:nvSpPr>
          <p:cNvPr id="20" name="Rectangle 19"/>
          <p:cNvSpPr/>
          <p:nvPr/>
        </p:nvSpPr>
        <p:spPr>
          <a:xfrm>
            <a:off x="0" y="692696"/>
            <a:ext cx="12192000" cy="72008"/>
          </a:xfrm>
          <a:prstGeom prst="rect">
            <a:avLst/>
          </a:prstGeom>
          <a:gradFill flip="none" rotWithShape="1">
            <a:gsLst>
              <a:gs pos="0">
                <a:srgbClr val="5FBEEB"/>
              </a:gs>
              <a:gs pos="87000">
                <a:srgbClr val="FFFFFF"/>
              </a:gs>
            </a:gsLst>
            <a:lin ang="10800000" scaled="1"/>
            <a:tileRect/>
          </a:gra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dirty="0"/>
          </a:p>
        </p:txBody>
      </p:sp>
      <p:pic>
        <p:nvPicPr>
          <p:cNvPr id="24" name="Picture 23"/>
          <p:cNvPicPr>
            <a:picLocks noChangeAspect="1"/>
          </p:cNvPicPr>
          <p:nvPr/>
        </p:nvPicPr>
        <p:blipFill>
          <a:blip r:embed="rId2"/>
          <a:stretch>
            <a:fillRect/>
          </a:stretch>
        </p:blipFill>
        <p:spPr>
          <a:xfrm>
            <a:off x="6672064" y="2106051"/>
            <a:ext cx="4030960" cy="3082499"/>
          </a:xfrm>
          <a:prstGeom prst="rect">
            <a:avLst/>
          </a:prstGeom>
        </p:spPr>
      </p:pic>
      <p:pic>
        <p:nvPicPr>
          <p:cNvPr id="25" name="Picture 24"/>
          <p:cNvPicPr>
            <a:picLocks noChangeAspect="1"/>
          </p:cNvPicPr>
          <p:nvPr/>
        </p:nvPicPr>
        <p:blipFill>
          <a:blip r:embed="rId3"/>
          <a:stretch>
            <a:fillRect/>
          </a:stretch>
        </p:blipFill>
        <p:spPr>
          <a:xfrm>
            <a:off x="1199456" y="1952606"/>
            <a:ext cx="4230943" cy="3389387"/>
          </a:xfrm>
          <a:prstGeom prst="rect">
            <a:avLst/>
          </a:prstGeom>
        </p:spPr>
      </p:pic>
      <p:sp>
        <p:nvSpPr>
          <p:cNvPr id="26" name="TextBox 25"/>
          <p:cNvSpPr txBox="1"/>
          <p:nvPr/>
        </p:nvSpPr>
        <p:spPr>
          <a:xfrm>
            <a:off x="355386" y="188640"/>
            <a:ext cx="11481229" cy="459904"/>
          </a:xfrm>
          <a:prstGeom prst="rect">
            <a:avLst/>
          </a:prstGeom>
          <a:noFill/>
        </p:spPr>
        <p:txBody>
          <a:bodyPr wrap="square" rtlCol="0" anchor="ctr">
            <a:noAutofit/>
          </a:bodyPr>
          <a:lstStyle/>
          <a:p>
            <a:r>
              <a:rPr lang="en-US" altLang="ko-KR" sz="2400" b="1" dirty="0">
                <a:solidFill>
                  <a:srgbClr val="004191"/>
                </a:solidFill>
              </a:rPr>
              <a:t>Formatting</a:t>
            </a:r>
          </a:p>
        </p:txBody>
      </p:sp>
      <p:grpSp>
        <p:nvGrpSpPr>
          <p:cNvPr id="27" name="Group 26"/>
          <p:cNvGrpSpPr/>
          <p:nvPr/>
        </p:nvGrpSpPr>
        <p:grpSpPr>
          <a:xfrm>
            <a:off x="300789" y="836713"/>
            <a:ext cx="11590425" cy="231601"/>
            <a:chOff x="209550" y="692696"/>
            <a:chExt cx="8692819" cy="288032"/>
          </a:xfrm>
          <a:noFill/>
        </p:grpSpPr>
        <p:sp>
          <p:nvSpPr>
            <p:cNvPr id="28" name="Rounded Rectangle 27"/>
            <p:cNvSpPr/>
            <p:nvPr userDrawn="1"/>
          </p:nvSpPr>
          <p:spPr>
            <a:xfrm>
              <a:off x="209550" y="692696"/>
              <a:ext cx="1562472" cy="288032"/>
            </a:xfrm>
            <a:prstGeom prst="roundRect">
              <a:avLst/>
            </a:prstGeom>
            <a:solidFill>
              <a:srgbClr val="5FBEEB"/>
            </a:soli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sz="1000" b="1" dirty="0">
                  <a:solidFill>
                    <a:schemeClr val="bg1"/>
                  </a:solidFill>
                </a:rPr>
                <a:t>Introduction</a:t>
              </a:r>
              <a:endParaRPr lang="ko-KR" altLang="en-US" sz="1000" b="1" dirty="0">
                <a:solidFill>
                  <a:schemeClr val="bg1"/>
                </a:solidFill>
              </a:endParaRPr>
            </a:p>
          </p:txBody>
        </p:sp>
        <p:sp>
          <p:nvSpPr>
            <p:cNvPr id="29" name="Rounded Rectangle 28"/>
            <p:cNvSpPr/>
            <p:nvPr userDrawn="1"/>
          </p:nvSpPr>
          <p:spPr>
            <a:xfrm>
              <a:off x="1992137" y="692696"/>
              <a:ext cx="1562472" cy="288032"/>
            </a:xfrm>
            <a:prstGeom prst="roundRect">
              <a:avLst/>
            </a:prstGeom>
            <a:solidFill>
              <a:srgbClr val="DFF2FB"/>
            </a:soli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sz="1000" dirty="0">
                  <a:solidFill>
                    <a:srgbClr val="5FBEEB"/>
                  </a:solidFill>
                </a:rPr>
                <a:t>Introduction</a:t>
              </a:r>
              <a:endParaRPr lang="ko-KR" altLang="en-US" sz="1000" dirty="0">
                <a:solidFill>
                  <a:srgbClr val="5FBEEB"/>
                </a:solidFill>
              </a:endParaRPr>
            </a:p>
          </p:txBody>
        </p:sp>
        <p:sp>
          <p:nvSpPr>
            <p:cNvPr id="30" name="Rounded Rectangle 29"/>
            <p:cNvSpPr/>
            <p:nvPr userDrawn="1"/>
          </p:nvSpPr>
          <p:spPr>
            <a:xfrm>
              <a:off x="3774724" y="692696"/>
              <a:ext cx="1562472" cy="288032"/>
            </a:xfrm>
            <a:prstGeom prst="roundRect">
              <a:avLst/>
            </a:prstGeom>
            <a:solidFill>
              <a:srgbClr val="DFF2FB"/>
            </a:soli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ltLang="ko-KR" sz="1000" dirty="0">
                  <a:solidFill>
                    <a:srgbClr val="5FBEEB"/>
                  </a:solidFill>
                </a:rPr>
                <a:t>Introduction</a:t>
              </a:r>
              <a:endParaRPr lang="ko-KR" altLang="en-US" sz="1000" dirty="0">
                <a:solidFill>
                  <a:srgbClr val="5FBEEB"/>
                </a:solidFill>
              </a:endParaRPr>
            </a:p>
          </p:txBody>
        </p:sp>
        <p:sp>
          <p:nvSpPr>
            <p:cNvPr id="31" name="Rounded Rectangle 30"/>
            <p:cNvSpPr/>
            <p:nvPr userDrawn="1"/>
          </p:nvSpPr>
          <p:spPr>
            <a:xfrm>
              <a:off x="5557311" y="692696"/>
              <a:ext cx="1562472" cy="288032"/>
            </a:xfrm>
            <a:prstGeom prst="roundRect">
              <a:avLst/>
            </a:prstGeom>
            <a:solidFill>
              <a:srgbClr val="DFF2FB"/>
            </a:soli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ltLang="ko-KR" sz="1000" dirty="0">
                  <a:solidFill>
                    <a:srgbClr val="5FBEEB"/>
                  </a:solidFill>
                </a:rPr>
                <a:t>Introduction</a:t>
              </a:r>
              <a:endParaRPr lang="ko-KR" altLang="en-US" sz="1000" dirty="0">
                <a:solidFill>
                  <a:srgbClr val="5FBEEB"/>
                </a:solidFill>
              </a:endParaRPr>
            </a:p>
          </p:txBody>
        </p:sp>
        <p:sp>
          <p:nvSpPr>
            <p:cNvPr id="32" name="Rounded Rectangle 31"/>
            <p:cNvSpPr/>
            <p:nvPr userDrawn="1"/>
          </p:nvSpPr>
          <p:spPr>
            <a:xfrm>
              <a:off x="7339897" y="692696"/>
              <a:ext cx="1562472" cy="288032"/>
            </a:xfrm>
            <a:prstGeom prst="roundRect">
              <a:avLst/>
            </a:prstGeom>
            <a:solidFill>
              <a:srgbClr val="DFF2FB"/>
            </a:soli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r>
                <a:rPr lang="en-US" altLang="ko-KR" sz="1000" dirty="0">
                  <a:solidFill>
                    <a:srgbClr val="5FBEEB"/>
                  </a:solidFill>
                </a:rPr>
                <a:t>Introduction</a:t>
              </a:r>
              <a:endParaRPr lang="ko-KR" altLang="en-US" sz="1000" dirty="0">
                <a:solidFill>
                  <a:srgbClr val="5FBEEB"/>
                </a:solidFill>
              </a:endParaRPr>
            </a:p>
          </p:txBody>
        </p:sp>
      </p:grpSp>
    </p:spTree>
    <p:extLst>
      <p:ext uri="{BB962C8B-B14F-4D97-AF65-F5344CB8AC3E}">
        <p14:creationId xmlns:p14="http://schemas.microsoft.com/office/powerpoint/2010/main" val="127184807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b="1">
                <a:solidFill>
                  <a:srgbClr val="004191"/>
                </a:solidFill>
              </a:defRPr>
            </a:lvl1pPr>
          </a:lstStyle>
          <a:p>
            <a:pPr algn="l" fontAlgn="base">
              <a:spcBef>
                <a:spcPct val="0"/>
              </a:spcBef>
              <a:spcAft>
                <a:spcPct val="0"/>
              </a:spcAft>
              <a:defRPr/>
            </a:pPr>
            <a:r>
              <a:rPr lang="en-US" altLang="ko-KR"/>
              <a:t>CS30500        Copyright (c) In-Young Ko, KAIST</a:t>
            </a:r>
            <a:endParaRPr lang="en-US" altLang="en-US" dirty="0"/>
          </a:p>
        </p:txBody>
      </p:sp>
      <p:sp>
        <p:nvSpPr>
          <p:cNvPr id="4" name="Slide Number Placeholder 3"/>
          <p:cNvSpPr>
            <a:spLocks noGrp="1"/>
          </p:cNvSpPr>
          <p:nvPr>
            <p:ph type="sldNum" sz="quarter" idx="12"/>
          </p:nvPr>
        </p:nvSpPr>
        <p:spPr/>
        <p:txBody>
          <a:bodyPr vert="horz" lIns="91440" tIns="45720" rIns="91440" bIns="45720" rtlCol="0" anchor="ctr"/>
          <a:lstStyle>
            <a:lvl1pPr algn="r">
              <a:defRPr lang="en-US" altLang="ko-KR" b="1" smtClean="0">
                <a:solidFill>
                  <a:srgbClr val="004191"/>
                </a:solidFill>
              </a:defRPr>
            </a:lvl1pPr>
          </a:lstStyle>
          <a:p>
            <a:fld id="{72AC53DF-4216-466D-99A7-94400E6C2A25}" type="slidenum">
              <a:rPr lang="en-US" altLang="ko-KR" sz="1200" smtClean="0">
                <a:solidFill>
                  <a:schemeClr val="tx2"/>
                </a:solidFill>
              </a:rPr>
              <a:pPr/>
              <a:t>‹#›</a:t>
            </a:fld>
            <a:endParaRPr lang="ko-KR" altLang="en-US" dirty="0"/>
          </a:p>
        </p:txBody>
      </p:sp>
      <p:sp>
        <p:nvSpPr>
          <p:cNvPr id="9" name="Rectangle 8"/>
          <p:cNvSpPr/>
          <p:nvPr/>
        </p:nvSpPr>
        <p:spPr>
          <a:xfrm>
            <a:off x="0" y="692696"/>
            <a:ext cx="12192000" cy="72008"/>
          </a:xfrm>
          <a:prstGeom prst="rect">
            <a:avLst/>
          </a:prstGeom>
          <a:gradFill flip="none" rotWithShape="1">
            <a:gsLst>
              <a:gs pos="0">
                <a:srgbClr val="5FBEEB"/>
              </a:gs>
              <a:gs pos="87000">
                <a:srgbClr val="FFFFFF"/>
              </a:gs>
            </a:gsLst>
            <a:lin ang="10800000" scaled="1"/>
            <a:tileRect/>
          </a:gradFill>
          <a:ln w="6350">
            <a:noFill/>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200" dirty="0"/>
          </a:p>
        </p:txBody>
      </p:sp>
    </p:spTree>
    <p:extLst>
      <p:ext uri="{BB962C8B-B14F-4D97-AF65-F5344CB8AC3E}">
        <p14:creationId xmlns:p14="http://schemas.microsoft.com/office/powerpoint/2010/main" val="163039822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ltLang="ko-KR"/>
              <a:t>Click to edit Master title style</a:t>
            </a:r>
            <a:endParaRPr lang="ko-KR" alt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a:t>Click to edit Master text styles</a:t>
            </a:r>
          </a:p>
        </p:txBody>
      </p:sp>
      <p:sp>
        <p:nvSpPr>
          <p:cNvPr id="5" name="Date Placeholder 4"/>
          <p:cNvSpPr>
            <a:spLocks noGrp="1"/>
          </p:cNvSpPr>
          <p:nvPr>
            <p:ph type="dt" sz="half" idx="10"/>
          </p:nvPr>
        </p:nvSpPr>
        <p:spPr/>
        <p:txBody>
          <a:bodyPr/>
          <a:lstStyle/>
          <a:p>
            <a:r>
              <a:rPr lang="en-US" altLang="ko-KR"/>
              <a:t>Spring 2025</a:t>
            </a:r>
            <a:endParaRPr lang="en-US" altLang="en-US" dirty="0"/>
          </a:p>
        </p:txBody>
      </p:sp>
      <p:sp>
        <p:nvSpPr>
          <p:cNvPr id="6" name="Footer Placeholder 5"/>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7" name="Slide Number Placeholder 6"/>
          <p:cNvSpPr>
            <a:spLocks noGrp="1"/>
          </p:cNvSpPr>
          <p:nvPr>
            <p:ph type="sldNum" sz="quarter" idx="12"/>
          </p:nvPr>
        </p:nvSpPr>
        <p:spPr/>
        <p:txBody>
          <a:bodyPr/>
          <a:lstStyle/>
          <a:p>
            <a:fld id="{72AC53DF-4216-466D-99A7-94400E6C2A25}" type="slidenum">
              <a:rPr lang="en-US" altLang="ko-KR" sz="1200" smtClean="0">
                <a:solidFill>
                  <a:schemeClr val="tx2"/>
                </a:solidFill>
              </a:rPr>
              <a:pPr/>
              <a:t>‹#›</a:t>
            </a:fld>
            <a:endParaRPr lang="ko-KR" altLang="en-US" dirty="0"/>
          </a:p>
        </p:txBody>
      </p:sp>
    </p:spTree>
    <p:extLst>
      <p:ext uri="{BB962C8B-B14F-4D97-AF65-F5344CB8AC3E}">
        <p14:creationId xmlns:p14="http://schemas.microsoft.com/office/powerpoint/2010/main" val="300768528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ltLang="ko-KR"/>
              <a:t>Click to edit Master title style</a:t>
            </a:r>
            <a:endParaRPr lang="ko-KR" alt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a:t>Drag picture to placeholder or click icon to add</a:t>
            </a:r>
            <a:endParaRPr lang="ko-KR" alt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a:t>Click to edit Master text styles</a:t>
            </a:r>
          </a:p>
        </p:txBody>
      </p:sp>
      <p:sp>
        <p:nvSpPr>
          <p:cNvPr id="5" name="Date Placeholder 4"/>
          <p:cNvSpPr>
            <a:spLocks noGrp="1"/>
          </p:cNvSpPr>
          <p:nvPr>
            <p:ph type="dt" sz="half" idx="10"/>
          </p:nvPr>
        </p:nvSpPr>
        <p:spPr/>
        <p:txBody>
          <a:bodyPr/>
          <a:lstStyle/>
          <a:p>
            <a:r>
              <a:rPr lang="en-US" altLang="ko-KR"/>
              <a:t>Spring 2025</a:t>
            </a:r>
            <a:endParaRPr lang="en-US" altLang="en-US" dirty="0"/>
          </a:p>
        </p:txBody>
      </p:sp>
      <p:sp>
        <p:nvSpPr>
          <p:cNvPr id="6" name="Footer Placeholder 5"/>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7" name="Slide Number Placeholder 6"/>
          <p:cNvSpPr>
            <a:spLocks noGrp="1"/>
          </p:cNvSpPr>
          <p:nvPr>
            <p:ph type="sldNum" sz="quarter" idx="12"/>
          </p:nvPr>
        </p:nvSpPr>
        <p:spPr/>
        <p:txBody>
          <a:bodyPr/>
          <a:lstStyle/>
          <a:p>
            <a:fld id="{72AC53DF-4216-466D-99A7-94400E6C2A25}" type="slidenum">
              <a:rPr lang="en-US" altLang="ko-KR" sz="1200" smtClean="0">
                <a:solidFill>
                  <a:schemeClr val="tx2"/>
                </a:solidFill>
              </a:rPr>
              <a:pPr/>
              <a:t>‹#›</a:t>
            </a:fld>
            <a:endParaRPr lang="ko-KR" altLang="en-US" dirty="0"/>
          </a:p>
        </p:txBody>
      </p:sp>
    </p:spTree>
    <p:extLst>
      <p:ext uri="{BB962C8B-B14F-4D97-AF65-F5344CB8AC3E}">
        <p14:creationId xmlns:p14="http://schemas.microsoft.com/office/powerpoint/2010/main" val="363281128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ko-KR" altLang="en-US"/>
          </a:p>
        </p:txBody>
      </p:sp>
      <p:sp>
        <p:nvSpPr>
          <p:cNvPr id="3" name="Vertical Text Placeholder 2"/>
          <p:cNvSpPr>
            <a:spLocks noGrp="1"/>
          </p:cNvSpPr>
          <p:nvPr>
            <p:ph type="body" orient="vert" idx="1"/>
          </p:nvPr>
        </p:nvSpPr>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p:cNvSpPr>
            <a:spLocks noGrp="1"/>
          </p:cNvSpPr>
          <p:nvPr>
            <p:ph type="dt" sz="half" idx="10"/>
          </p:nvPr>
        </p:nvSpPr>
        <p:spPr/>
        <p:txBody>
          <a:bodyPr/>
          <a:lstStyle/>
          <a:p>
            <a:r>
              <a:rPr lang="en-US" altLang="ko-KR"/>
              <a:t>Spring 2025</a:t>
            </a:r>
            <a:endParaRPr lang="en-US" altLang="en-US" dirty="0"/>
          </a:p>
        </p:txBody>
      </p:sp>
      <p:sp>
        <p:nvSpPr>
          <p:cNvPr id="5" name="Footer Placeholder 4"/>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Slide Number Placeholder 5"/>
          <p:cNvSpPr>
            <a:spLocks noGrp="1"/>
          </p:cNvSpPr>
          <p:nvPr>
            <p:ph type="sldNum" sz="quarter" idx="12"/>
          </p:nvPr>
        </p:nvSpPr>
        <p:spPr/>
        <p:txBody>
          <a:bodyPr/>
          <a:lstStyle/>
          <a:p>
            <a:fld id="{72AC53DF-4216-466D-99A7-94400E6C2A25}" type="slidenum">
              <a:rPr lang="en-US" altLang="ko-KR" sz="1200" smtClean="0">
                <a:solidFill>
                  <a:schemeClr val="tx2"/>
                </a:solidFill>
              </a:rPr>
              <a:pPr/>
              <a:t>‹#›</a:t>
            </a:fld>
            <a:endParaRPr lang="ko-KR" altLang="en-US" dirty="0"/>
          </a:p>
        </p:txBody>
      </p:sp>
    </p:spTree>
    <p:extLst>
      <p:ext uri="{BB962C8B-B14F-4D97-AF65-F5344CB8AC3E}">
        <p14:creationId xmlns:p14="http://schemas.microsoft.com/office/powerpoint/2010/main" val="352409829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ltLang="ko-KR"/>
              <a:t>Click to edit Master title style</a:t>
            </a:r>
            <a:endParaRPr lang="ko-KR" alt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a:p>
        </p:txBody>
      </p:sp>
      <p:sp>
        <p:nvSpPr>
          <p:cNvPr id="4" name="Date Placeholder 3"/>
          <p:cNvSpPr>
            <a:spLocks noGrp="1"/>
          </p:cNvSpPr>
          <p:nvPr>
            <p:ph type="dt" sz="half" idx="10"/>
          </p:nvPr>
        </p:nvSpPr>
        <p:spPr/>
        <p:txBody>
          <a:bodyPr/>
          <a:lstStyle/>
          <a:p>
            <a:r>
              <a:rPr lang="en-US" altLang="ko-KR"/>
              <a:t>Spring 2025</a:t>
            </a:r>
            <a:endParaRPr lang="en-US" altLang="en-US" dirty="0"/>
          </a:p>
        </p:txBody>
      </p:sp>
      <p:sp>
        <p:nvSpPr>
          <p:cNvPr id="5" name="Footer Placeholder 4"/>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Slide Number Placeholder 5"/>
          <p:cNvSpPr>
            <a:spLocks noGrp="1"/>
          </p:cNvSpPr>
          <p:nvPr>
            <p:ph type="sldNum" sz="quarter" idx="12"/>
          </p:nvPr>
        </p:nvSpPr>
        <p:spPr/>
        <p:txBody>
          <a:bodyPr/>
          <a:lstStyle/>
          <a:p>
            <a:fld id="{72AC53DF-4216-466D-99A7-94400E6C2A25}" type="slidenum">
              <a:rPr lang="en-US" altLang="ko-KR" sz="1200" smtClean="0">
                <a:solidFill>
                  <a:schemeClr val="tx2"/>
                </a:solidFill>
              </a:rPr>
              <a:pPr/>
              <a:t>‹#›</a:t>
            </a:fld>
            <a:endParaRPr lang="ko-KR" altLang="en-US" dirty="0"/>
          </a:p>
        </p:txBody>
      </p:sp>
    </p:spTree>
    <p:extLst>
      <p:ext uri="{BB962C8B-B14F-4D97-AF65-F5344CB8AC3E}">
        <p14:creationId xmlns:p14="http://schemas.microsoft.com/office/powerpoint/2010/main" val="194414669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제목 슬라이드">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ko-KR" alt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ko-KR" alt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ko-KR" altLang="en-US" sz="1800" dirty="0"/>
          </a:p>
        </p:txBody>
      </p:sp>
      <p:sp>
        <p:nvSpPr>
          <p:cNvPr id="28" name="날짜 개체 틀 27"/>
          <p:cNvSpPr>
            <a:spLocks noGrp="1"/>
          </p:cNvSpPr>
          <p:nvPr>
            <p:ph type="dt" sz="half" idx="10"/>
          </p:nvPr>
        </p:nvSpPr>
        <p:spPr>
          <a:xfrm>
            <a:off x="101600" y="6068699"/>
            <a:ext cx="2743200" cy="685800"/>
          </a:xfrm>
        </p:spPr>
        <p:txBody>
          <a:bodyPr>
            <a:noAutofit/>
          </a:bodyPr>
          <a:lstStyle>
            <a:lvl1pPr algn="ctr" latinLnBrk="1">
              <a:defRPr lang="ko-KR" sz="2000">
                <a:solidFill>
                  <a:srgbClr val="FFFFFF"/>
                </a:solidFill>
                <a:latin typeface="+mj-lt"/>
              </a:defRPr>
            </a:lvl1pPr>
          </a:lstStyle>
          <a:p>
            <a:r>
              <a:rPr lang="en-US" altLang="ko-KR"/>
              <a:t>Spring 2025</a:t>
            </a:r>
            <a:endParaRPr lang="en-US" altLang="en-US" dirty="0"/>
          </a:p>
        </p:txBody>
      </p:sp>
      <p:pic>
        <p:nvPicPr>
          <p:cNvPr id="1026" name="Picture 2" descr="C:\Users\sangho\AppData\Local\Temp\_AZTMP0_\DragTemp\엠블럼.gif"/>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10769600" y="6037658"/>
            <a:ext cx="1117600" cy="721608"/>
          </a:xfrm>
          <a:prstGeom prst="rect">
            <a:avLst/>
          </a:prstGeom>
          <a:noFill/>
        </p:spPr>
      </p:pic>
      <p:sp>
        <p:nvSpPr>
          <p:cNvPr id="13" name="TextBox 12"/>
          <p:cNvSpPr txBox="1"/>
          <p:nvPr/>
        </p:nvSpPr>
        <p:spPr>
          <a:xfrm>
            <a:off x="3095807" y="6212541"/>
            <a:ext cx="5826275" cy="384721"/>
          </a:xfrm>
          <a:prstGeom prst="rect">
            <a:avLst/>
          </a:prstGeom>
          <a:noFill/>
        </p:spPr>
        <p:txBody>
          <a:bodyPr wrap="none" rtlCol="0">
            <a:spAutoFit/>
          </a:bodyPr>
          <a:lstStyle/>
          <a:p>
            <a:pPr marL="320040" marR="0" lvl="0" indent="-320040" algn="l" defTabSz="914400" rtl="0" eaLnBrk="1" fontAlgn="base" latinLnBrk="1" hangingPunct="1">
              <a:lnSpc>
                <a:spcPct val="100000"/>
              </a:lnSpc>
              <a:spcBef>
                <a:spcPct val="0"/>
              </a:spcBef>
              <a:spcAft>
                <a:spcPct val="0"/>
              </a:spcAft>
              <a:buClr>
                <a:srgbClr val="DD8047"/>
              </a:buClr>
              <a:buSzPct val="60000"/>
              <a:buFont typeface="Wingdings"/>
              <a:buNone/>
              <a:tabLst/>
              <a:defRPr/>
            </a:pPr>
            <a:r>
              <a:rPr lang="en-US" altLang="en-US" sz="1900" kern="1200" noProof="0" dirty="0">
                <a:solidFill>
                  <a:schemeClr val="tx1"/>
                </a:solidFill>
                <a:latin typeface="Tahoma" pitchFamily="34" charset="0"/>
                <a:ea typeface="맑은 고딕" pitchFamily="50" charset="-127"/>
                <a:cs typeface="Tahoma" pitchFamily="34" charset="0"/>
              </a:rPr>
              <a:t>Korea Advanced Institute of Science and Technology</a:t>
            </a:r>
            <a:endParaRPr lang="ko-KR" altLang="en-US" sz="1900" kern="1200" dirty="0">
              <a:solidFill>
                <a:schemeClr val="tx1"/>
              </a:solidFill>
              <a:latin typeface="Tahoma" pitchFamily="34" charset="0"/>
              <a:ea typeface="맑은 고딕" pitchFamily="50" charset="-127"/>
              <a:cs typeface="Tahoma" pitchFamily="34" charset="0"/>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비교">
    <p:spTree>
      <p:nvGrpSpPr>
        <p:cNvPr id="1" name=""/>
        <p:cNvGrpSpPr/>
        <p:nvPr/>
      </p:nvGrpSpPr>
      <p:grpSpPr>
        <a:xfrm>
          <a:off x="0" y="0"/>
          <a:ext cx="0" cy="0"/>
          <a:chOff x="0" y="0"/>
          <a:chExt cx="0" cy="0"/>
        </a:xfrm>
      </p:grpSpPr>
      <p:sp>
        <p:nvSpPr>
          <p:cNvPr id="11" name="내용 개체 틀 10"/>
          <p:cNvSpPr>
            <a:spLocks noGrp="1"/>
          </p:cNvSpPr>
          <p:nvPr>
            <p:ph sz="quarter" idx="2"/>
          </p:nvPr>
        </p:nvSpPr>
        <p:spPr>
          <a:xfrm>
            <a:off x="711200" y="2057400"/>
            <a:ext cx="5181600" cy="4191000"/>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p>
        </p:txBody>
      </p:sp>
      <p:sp>
        <p:nvSpPr>
          <p:cNvPr id="13" name="내용 개체 틀 12"/>
          <p:cNvSpPr>
            <a:spLocks noGrp="1"/>
          </p:cNvSpPr>
          <p:nvPr>
            <p:ph sz="quarter" idx="4"/>
          </p:nvPr>
        </p:nvSpPr>
        <p:spPr>
          <a:xfrm>
            <a:off x="6299200" y="2057400"/>
            <a:ext cx="5181600" cy="4191000"/>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p>
        </p:txBody>
      </p:sp>
      <p:sp>
        <p:nvSpPr>
          <p:cNvPr id="10" name="날짜 개체 틀 9"/>
          <p:cNvSpPr>
            <a:spLocks noGrp="1"/>
          </p:cNvSpPr>
          <p:nvPr>
            <p:ph type="dt" sz="half" idx="15"/>
          </p:nvPr>
        </p:nvSpPr>
        <p:spPr/>
        <p:txBody>
          <a:bodyPr rtlCol="0"/>
          <a:lstStyle/>
          <a:p>
            <a:r>
              <a:rPr lang="en-US" altLang="ko-KR"/>
              <a:t>Spring 2025</a:t>
            </a:r>
            <a:endParaRPr lang="en-US" altLang="en-US" dirty="0"/>
          </a:p>
        </p:txBody>
      </p:sp>
      <p:sp>
        <p:nvSpPr>
          <p:cNvPr id="12" name="슬라이드 번호 개체 틀 11"/>
          <p:cNvSpPr>
            <a:spLocks noGrp="1"/>
          </p:cNvSpPr>
          <p:nvPr>
            <p:ph type="sldNum" sz="quarter" idx="16"/>
          </p:nvPr>
        </p:nvSpPr>
        <p:spPr/>
        <p:txBody>
          <a:bodyPr rtlCol="0"/>
          <a:lstStyle/>
          <a:p>
            <a:fld id="{72AC53DF-4216-466D-99A7-94400E6C2A25}" type="slidenum">
              <a:rPr lang="en-US" altLang="ko-KR" sz="1200" smtClean="0">
                <a:solidFill>
                  <a:schemeClr val="tx2"/>
                </a:solidFill>
              </a:rPr>
              <a:pPr/>
              <a:t>‹#›</a:t>
            </a:fld>
            <a:endParaRPr lang="ko-KR" altLang="en-US" dirty="0"/>
          </a:p>
        </p:txBody>
      </p:sp>
      <p:sp>
        <p:nvSpPr>
          <p:cNvPr id="14" name="바닥글 개체 틀 13"/>
          <p:cNvSpPr>
            <a:spLocks noGrp="1"/>
          </p:cNvSpPr>
          <p:nvPr>
            <p:ph type="ftr" sz="quarter" idx="17"/>
          </p:nvPr>
        </p:nvSpPr>
        <p:spPr/>
        <p:txBody>
          <a:bodyPr rtlCol="0"/>
          <a:lstStyle/>
          <a:p>
            <a:pPr algn="l" fontAlgn="base">
              <a:spcBef>
                <a:spcPct val="0"/>
              </a:spcBef>
              <a:spcAft>
                <a:spcPct val="0"/>
              </a:spcAft>
              <a:defRPr/>
            </a:pPr>
            <a:r>
              <a:rPr lang="en-US" altLang="ko-KR"/>
              <a:t>CS30500        Copyright (c) In-Young Ko, KAIST</a:t>
            </a:r>
            <a:endParaRPr lang="en-US" altLang="en-US" dirty="0"/>
          </a:p>
        </p:txBody>
      </p:sp>
      <p:sp>
        <p:nvSpPr>
          <p:cNvPr id="16" name="텍스트 개체 틀 15"/>
          <p:cNvSpPr>
            <a:spLocks noGrp="1"/>
          </p:cNvSpPr>
          <p:nvPr>
            <p:ph type="body" sz="quarter" idx="1"/>
          </p:nvPr>
        </p:nvSpPr>
        <p:spPr>
          <a:xfrm>
            <a:off x="711200" y="1295400"/>
            <a:ext cx="5181600" cy="640080"/>
          </a:xfrm>
          <a:solidFill>
            <a:schemeClr val="accent2"/>
          </a:solidFill>
        </p:spPr>
        <p:txBody>
          <a:bodyPr rtlCol="0" anchor="ctr"/>
          <a:lstStyle>
            <a:lvl1pPr marL="0" indent="0" latinLnBrk="1">
              <a:buFontTx/>
              <a:buNone/>
              <a:defRPr lang="ko-KR" sz="2000" b="1">
                <a:solidFill>
                  <a:srgbClr val="FFFFFF"/>
                </a:solidFill>
              </a:defRPr>
            </a:lvl1pPr>
          </a:lstStyle>
          <a:p>
            <a:pPr lvl="0"/>
            <a:r>
              <a:rPr lang="en-US" altLang="ko-KR"/>
              <a:t>Click to edit Master text styles</a:t>
            </a:r>
          </a:p>
        </p:txBody>
      </p:sp>
      <p:sp>
        <p:nvSpPr>
          <p:cNvPr id="15" name="텍스트 개체 틀 14"/>
          <p:cNvSpPr>
            <a:spLocks noGrp="1"/>
          </p:cNvSpPr>
          <p:nvPr>
            <p:ph type="body" sz="quarter" idx="3"/>
          </p:nvPr>
        </p:nvSpPr>
        <p:spPr>
          <a:xfrm>
            <a:off x="6299200" y="1295400"/>
            <a:ext cx="5181600" cy="640080"/>
          </a:xfrm>
          <a:solidFill>
            <a:schemeClr val="accent4"/>
          </a:solidFill>
        </p:spPr>
        <p:txBody>
          <a:bodyPr rtlCol="0" anchor="ctr"/>
          <a:lstStyle>
            <a:lvl1pPr marL="0" indent="0" latinLnBrk="1">
              <a:buFontTx/>
              <a:buNone/>
              <a:defRPr lang="ko-KR" sz="2000" b="1">
                <a:solidFill>
                  <a:srgbClr val="FFFFFF"/>
                </a:solidFill>
              </a:defRPr>
            </a:lvl1pPr>
          </a:lstStyle>
          <a:p>
            <a:pPr lvl="0"/>
            <a:r>
              <a:rPr lang="en-US" altLang="ko-KR"/>
              <a:t>Click to edit Master text styles</a:t>
            </a:r>
          </a:p>
        </p:txBody>
      </p:sp>
      <p:sp>
        <p:nvSpPr>
          <p:cNvPr id="17" name="제목 1"/>
          <p:cNvSpPr>
            <a:spLocks noGrp="1"/>
          </p:cNvSpPr>
          <p:nvPr>
            <p:ph type="title"/>
          </p:nvPr>
        </p:nvSpPr>
        <p:spPr>
          <a:xfrm>
            <a:off x="812800" y="-76200"/>
            <a:ext cx="10871200" cy="990600"/>
          </a:xfrm>
        </p:spPr>
        <p:txBody>
          <a:bodyPr/>
          <a:lstStyle/>
          <a:p>
            <a:r>
              <a:rPr lang="en-US" altLang="ko-KR"/>
              <a:t>Click to edit Master title style</a:t>
            </a:r>
            <a:endParaRPr lang="ko-KR" dirty="0"/>
          </a:p>
        </p:txBody>
      </p:sp>
    </p:spTree>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내용(캡션 포함)">
    <p:spTree>
      <p:nvGrpSpPr>
        <p:cNvPr id="1" name=""/>
        <p:cNvGrpSpPr/>
        <p:nvPr/>
      </p:nvGrpSpPr>
      <p:grpSpPr>
        <a:xfrm>
          <a:off x="0" y="0"/>
          <a:ext cx="0" cy="0"/>
          <a:chOff x="0" y="0"/>
          <a:chExt cx="0" cy="0"/>
        </a:xfrm>
      </p:grpSpPr>
      <p:sp>
        <p:nvSpPr>
          <p:cNvPr id="5" name="날짜 개체 틀 4"/>
          <p:cNvSpPr>
            <a:spLocks noGrp="1"/>
          </p:cNvSpPr>
          <p:nvPr>
            <p:ph type="dt" sz="half" idx="10"/>
          </p:nvPr>
        </p:nvSpPr>
        <p:spPr/>
        <p:txBody>
          <a:bodyPr/>
          <a:lstStyle/>
          <a:p>
            <a:r>
              <a:rPr lang="en-US" altLang="ko-KR"/>
              <a:t>Spring 2025</a:t>
            </a:r>
            <a:endParaRPr lang="en-US" altLang="en-US" dirty="0"/>
          </a:p>
        </p:txBody>
      </p:sp>
      <p:sp>
        <p:nvSpPr>
          <p:cNvPr id="7" name="슬라이드 번호 개체 틀 6"/>
          <p:cNvSpPr>
            <a:spLocks noGrp="1"/>
          </p:cNvSpPr>
          <p:nvPr>
            <p:ph type="sldNum" sz="quarter" idx="12"/>
          </p:nvPr>
        </p:nvSpPr>
        <p:spPr/>
        <p:txBody>
          <a:bodyPr/>
          <a:lstStyle>
            <a:lvl1pPr latinLnBrk="1">
              <a:defRPr lang="ko-KR">
                <a:solidFill>
                  <a:srgbClr val="FFFFFF"/>
                </a:solidFill>
              </a:defRPr>
            </a:lvl1pPr>
          </a:lstStyle>
          <a:p>
            <a:fld id="{72AC53DF-4216-466D-99A7-94400E6C2A25}" type="slidenum">
              <a:rPr lang="en-US" altLang="ko-KR" sz="1200" smtClean="0">
                <a:solidFill>
                  <a:schemeClr val="tx2"/>
                </a:solidFill>
              </a:rPr>
              <a:pPr/>
              <a:t>‹#›</a:t>
            </a:fld>
            <a:endParaRPr lang="ko-KR" altLang="en-US" dirty="0"/>
          </a:p>
        </p:txBody>
      </p:sp>
      <p:sp>
        <p:nvSpPr>
          <p:cNvPr id="3" name="텍스트 개체 틀 2"/>
          <p:cNvSpPr>
            <a:spLocks noGrp="1"/>
          </p:cNvSpPr>
          <p:nvPr>
            <p:ph type="body" idx="2"/>
          </p:nvPr>
        </p:nvSpPr>
        <p:spPr>
          <a:xfrm>
            <a:off x="711200" y="15240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latinLnBrk="1">
              <a:spcAft>
                <a:spcPts val="1000"/>
              </a:spcAft>
              <a:buNone/>
              <a:defRPr lang="ko-KR" sz="1800"/>
            </a:lvl1pPr>
            <a:lvl2pPr>
              <a:buNone/>
              <a:defRPr lang="ko-KR" sz="1200"/>
            </a:lvl2pPr>
            <a:lvl3pPr>
              <a:buNone/>
              <a:defRPr lang="ko-KR" sz="1000"/>
            </a:lvl3pPr>
            <a:lvl4pPr>
              <a:buNone/>
              <a:defRPr lang="ko-KR" sz="900"/>
            </a:lvl4pPr>
            <a:lvl5pPr>
              <a:buNone/>
              <a:defRPr lang="ko-KR" sz="900"/>
            </a:lvl5pPr>
          </a:lstStyle>
          <a:p>
            <a:pPr lvl="0"/>
            <a:r>
              <a:rPr lang="en-US" altLang="ko-KR"/>
              <a:t>Click to edit Master text styles</a:t>
            </a:r>
          </a:p>
        </p:txBody>
      </p:sp>
      <p:sp>
        <p:nvSpPr>
          <p:cNvPr id="9" name="내용 개체 틀 8"/>
          <p:cNvSpPr>
            <a:spLocks noGrp="1"/>
          </p:cNvSpPr>
          <p:nvPr>
            <p:ph sz="quarter" idx="1"/>
          </p:nvPr>
        </p:nvSpPr>
        <p:spPr>
          <a:xfrm>
            <a:off x="3048000" y="1524000"/>
            <a:ext cx="8534400" cy="4419600"/>
          </a:xfrm>
        </p:spPr>
        <p:txBody>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p>
        </p:txBody>
      </p:sp>
      <p:sp>
        <p:nvSpPr>
          <p:cNvPr id="10" name="Rectangle 2"/>
          <p:cNvSpPr>
            <a:spLocks noGrp="1"/>
          </p:cNvSpPr>
          <p:nvPr>
            <p:ph type="ftr" sz="quarter" idx="3"/>
          </p:nvPr>
        </p:nvSpPr>
        <p:spPr>
          <a:xfrm>
            <a:off x="1306290" y="6479803"/>
            <a:ext cx="8244111" cy="365125"/>
          </a:xfrm>
          <a:prstGeom prst="rect">
            <a:avLst/>
          </a:prstGeom>
        </p:spPr>
        <p:txBody>
          <a:bodyPr vert="horz" anchor="ctr"/>
          <a:lstStyle>
            <a:lvl1pPr algn="r" latinLnBrk="1">
              <a:defRPr lang="ko-KR" sz="1200" b="1">
                <a:solidFill>
                  <a:schemeClr val="tx2"/>
                </a:solidFill>
              </a:defRPr>
            </a:lvl1pPr>
          </a:lstStyle>
          <a:p>
            <a:pPr algn="l" fontAlgn="base">
              <a:spcBef>
                <a:spcPct val="0"/>
              </a:spcBef>
              <a:spcAft>
                <a:spcPct val="0"/>
              </a:spcAft>
              <a:defRPr/>
            </a:pPr>
            <a:r>
              <a:rPr lang="en-US" altLang="ko-KR"/>
              <a:t>CS30500        Copyright (c) In-Young Ko, KAIST</a:t>
            </a:r>
            <a:endParaRPr lang="en-US" altLang="en-US" dirty="0"/>
          </a:p>
        </p:txBody>
      </p:sp>
      <p:sp>
        <p:nvSpPr>
          <p:cNvPr id="8" name="제목 1"/>
          <p:cNvSpPr>
            <a:spLocks noGrp="1"/>
          </p:cNvSpPr>
          <p:nvPr>
            <p:ph type="title"/>
          </p:nvPr>
        </p:nvSpPr>
        <p:spPr>
          <a:xfrm>
            <a:off x="812800" y="-76200"/>
            <a:ext cx="10871200" cy="990600"/>
          </a:xfrm>
        </p:spPr>
        <p:txBody>
          <a:bodyPr/>
          <a:lstStyle/>
          <a:p>
            <a:r>
              <a:rPr lang="en-US" altLang="ko-KR"/>
              <a:t>Click to edit Master title style</a:t>
            </a:r>
            <a:endParaRPr lang="ko-KR" dirty="0"/>
          </a:p>
        </p:txBody>
      </p:sp>
    </p:spTree>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2070496"/>
            <a:ext cx="112776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457200" y="2900944"/>
            <a:ext cx="112776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57200" y="3755354"/>
            <a:ext cx="112776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457200" y="4635164"/>
            <a:ext cx="112776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57200" y="5514976"/>
            <a:ext cx="112776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2" y="6684964"/>
            <a:ext cx="92963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90043832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xOverObj">
  <p:cSld name="제목 및 텍스트/내용">
    <p:spTree>
      <p:nvGrpSpPr>
        <p:cNvPr id="1" name=""/>
        <p:cNvGrpSpPr/>
        <p:nvPr/>
      </p:nvGrpSpPr>
      <p:grpSpPr>
        <a:xfrm>
          <a:off x="0" y="0"/>
          <a:ext cx="0" cy="0"/>
          <a:chOff x="0" y="0"/>
          <a:chExt cx="0" cy="0"/>
        </a:xfrm>
      </p:grpSpPr>
      <p:sp>
        <p:nvSpPr>
          <p:cNvPr id="2" name="제목 1"/>
          <p:cNvSpPr>
            <a:spLocks noGrp="1"/>
          </p:cNvSpPr>
          <p:nvPr>
            <p:ph type="title"/>
          </p:nvPr>
        </p:nvSpPr>
        <p:spPr>
          <a:xfrm>
            <a:off x="1102784" y="862013"/>
            <a:ext cx="10668000" cy="838200"/>
          </a:xfrm>
        </p:spPr>
        <p:txBody>
          <a:bodyPr/>
          <a:lstStyle/>
          <a:p>
            <a:r>
              <a:rPr lang="ko-KR" altLang="en-US"/>
              <a:t>마스터 제목 스타일 편집</a:t>
            </a:r>
          </a:p>
        </p:txBody>
      </p:sp>
      <p:sp>
        <p:nvSpPr>
          <p:cNvPr id="3" name="텍스트 개체 틀 2"/>
          <p:cNvSpPr>
            <a:spLocks noGrp="1"/>
          </p:cNvSpPr>
          <p:nvPr>
            <p:ph type="body" sz="half" idx="1"/>
          </p:nvPr>
        </p:nvSpPr>
        <p:spPr>
          <a:xfrm>
            <a:off x="1219200" y="2209800"/>
            <a:ext cx="10668000" cy="18669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1219200" y="4229100"/>
            <a:ext cx="10668000" cy="18669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9"/>
          <p:cNvSpPr>
            <a:spLocks noGrp="1" noChangeArrowheads="1"/>
          </p:cNvSpPr>
          <p:nvPr>
            <p:ph type="dt" sz="half" idx="10"/>
          </p:nvPr>
        </p:nvSpPr>
        <p:spPr>
          <a:ln/>
        </p:spPr>
        <p:txBody>
          <a:bodyPr/>
          <a:lstStyle>
            <a:lvl1pPr>
              <a:defRPr/>
            </a:lvl1pPr>
          </a:lstStyle>
          <a:p>
            <a:pPr>
              <a:defRPr/>
            </a:pPr>
            <a:r>
              <a:rPr lang="en-US" altLang="ko-KR"/>
              <a:t>Spring 2025</a:t>
            </a:r>
          </a:p>
        </p:txBody>
      </p:sp>
      <p:sp>
        <p:nvSpPr>
          <p:cNvPr id="6" name="Rectangle 10"/>
          <p:cNvSpPr>
            <a:spLocks noGrp="1" noChangeArrowheads="1"/>
          </p:cNvSpPr>
          <p:nvPr>
            <p:ph type="ftr" sz="quarter" idx="11"/>
          </p:nvPr>
        </p:nvSpPr>
        <p:spPr>
          <a:ln/>
        </p:spPr>
        <p:txBody>
          <a:bodyPr/>
          <a:lstStyle>
            <a:lvl1pPr>
              <a:defRPr/>
            </a:lvl1pPr>
          </a:lstStyle>
          <a:p>
            <a:pPr>
              <a:defRPr/>
            </a:pPr>
            <a:r>
              <a:rPr lang="en-US" altLang="ko-KR"/>
              <a:t>CS30500        Copyright (c) In-Young Ko, KAIST</a:t>
            </a:r>
          </a:p>
        </p:txBody>
      </p:sp>
      <p:sp>
        <p:nvSpPr>
          <p:cNvPr id="7" name="Rectangle 11"/>
          <p:cNvSpPr>
            <a:spLocks noGrp="1" noChangeArrowheads="1"/>
          </p:cNvSpPr>
          <p:nvPr>
            <p:ph type="sldNum" sz="quarter" idx="12"/>
          </p:nvPr>
        </p:nvSpPr>
        <p:spPr>
          <a:ln/>
        </p:spPr>
        <p:txBody>
          <a:bodyPr/>
          <a:lstStyle>
            <a:lvl1pPr>
              <a:defRPr/>
            </a:lvl1pPr>
          </a:lstStyle>
          <a:p>
            <a:pPr>
              <a:defRPr/>
            </a:pPr>
            <a:fld id="{DE171549-D891-46A8-BE9D-BD13382BD926}" type="slidenum">
              <a:rPr lang="en-US" altLang="ko-KR"/>
              <a:pPr>
                <a:defRPr/>
              </a:pPr>
              <a:t>‹#›</a:t>
            </a:fld>
            <a:endParaRPr lang="en-US" altLang="ko-KR"/>
          </a:p>
        </p:txBody>
      </p:sp>
    </p:spTree>
    <p:extLst>
      <p:ext uri="{BB962C8B-B14F-4D97-AF65-F5344CB8AC3E}">
        <p14:creationId xmlns:p14="http://schemas.microsoft.com/office/powerpoint/2010/main" val="2364234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verTx">
  <p:cSld name="제목 및 내용/텍스트">
    <p:spTree>
      <p:nvGrpSpPr>
        <p:cNvPr id="1" name=""/>
        <p:cNvGrpSpPr/>
        <p:nvPr/>
      </p:nvGrpSpPr>
      <p:grpSpPr>
        <a:xfrm>
          <a:off x="0" y="0"/>
          <a:ext cx="0" cy="0"/>
          <a:chOff x="0" y="0"/>
          <a:chExt cx="0" cy="0"/>
        </a:xfrm>
      </p:grpSpPr>
      <p:sp>
        <p:nvSpPr>
          <p:cNvPr id="2" name="제목 1"/>
          <p:cNvSpPr>
            <a:spLocks noGrp="1"/>
          </p:cNvSpPr>
          <p:nvPr>
            <p:ph type="title"/>
          </p:nvPr>
        </p:nvSpPr>
        <p:spPr>
          <a:xfrm>
            <a:off x="1102784" y="862013"/>
            <a:ext cx="10668000" cy="838200"/>
          </a:xfrm>
        </p:spPr>
        <p:txBody>
          <a:bodyPr/>
          <a:lstStyle/>
          <a:p>
            <a:r>
              <a:rPr lang="ko-KR" altLang="en-US"/>
              <a:t>마스터 제목 스타일 편집</a:t>
            </a:r>
          </a:p>
        </p:txBody>
      </p:sp>
      <p:sp>
        <p:nvSpPr>
          <p:cNvPr id="3" name="내용 개체 틀 2"/>
          <p:cNvSpPr>
            <a:spLocks noGrp="1"/>
          </p:cNvSpPr>
          <p:nvPr>
            <p:ph sz="half" idx="1"/>
          </p:nvPr>
        </p:nvSpPr>
        <p:spPr>
          <a:xfrm>
            <a:off x="1219200" y="2209800"/>
            <a:ext cx="10668000" cy="18669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1219200" y="4229100"/>
            <a:ext cx="10668000" cy="186690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9"/>
          <p:cNvSpPr>
            <a:spLocks noGrp="1" noChangeArrowheads="1"/>
          </p:cNvSpPr>
          <p:nvPr>
            <p:ph type="dt" sz="half" idx="10"/>
          </p:nvPr>
        </p:nvSpPr>
        <p:spPr>
          <a:ln/>
        </p:spPr>
        <p:txBody>
          <a:bodyPr/>
          <a:lstStyle>
            <a:lvl1pPr>
              <a:defRPr/>
            </a:lvl1pPr>
          </a:lstStyle>
          <a:p>
            <a:pPr>
              <a:defRPr/>
            </a:pPr>
            <a:r>
              <a:rPr lang="en-US" altLang="ko-KR"/>
              <a:t>Spring 2025</a:t>
            </a:r>
          </a:p>
        </p:txBody>
      </p:sp>
      <p:sp>
        <p:nvSpPr>
          <p:cNvPr id="6" name="Rectangle 10"/>
          <p:cNvSpPr>
            <a:spLocks noGrp="1" noChangeArrowheads="1"/>
          </p:cNvSpPr>
          <p:nvPr>
            <p:ph type="ftr" sz="quarter" idx="11"/>
          </p:nvPr>
        </p:nvSpPr>
        <p:spPr>
          <a:ln/>
        </p:spPr>
        <p:txBody>
          <a:bodyPr/>
          <a:lstStyle>
            <a:lvl1pPr>
              <a:defRPr/>
            </a:lvl1pPr>
          </a:lstStyle>
          <a:p>
            <a:pPr>
              <a:defRPr/>
            </a:pPr>
            <a:r>
              <a:rPr lang="en-US" altLang="ko-KR"/>
              <a:t>CS30500        Copyright (c) In-Young Ko, KAIST</a:t>
            </a:r>
          </a:p>
        </p:txBody>
      </p:sp>
      <p:sp>
        <p:nvSpPr>
          <p:cNvPr id="7" name="Rectangle 11"/>
          <p:cNvSpPr>
            <a:spLocks noGrp="1" noChangeArrowheads="1"/>
          </p:cNvSpPr>
          <p:nvPr>
            <p:ph type="sldNum" sz="quarter" idx="12"/>
          </p:nvPr>
        </p:nvSpPr>
        <p:spPr>
          <a:ln/>
        </p:spPr>
        <p:txBody>
          <a:bodyPr/>
          <a:lstStyle>
            <a:lvl1pPr>
              <a:defRPr/>
            </a:lvl1pPr>
          </a:lstStyle>
          <a:p>
            <a:pPr>
              <a:defRPr/>
            </a:pPr>
            <a:fld id="{4828CB37-9868-457B-AE39-A23028AE1A02}" type="slidenum">
              <a:rPr lang="en-US" altLang="ko-KR"/>
              <a:pPr>
                <a:defRPr/>
              </a:pPr>
              <a:t>‹#›</a:t>
            </a:fld>
            <a:endParaRPr lang="en-US" altLang="ko-KR"/>
          </a:p>
        </p:txBody>
      </p:sp>
    </p:spTree>
    <p:extLst>
      <p:ext uri="{BB962C8B-B14F-4D97-AF65-F5344CB8AC3E}">
        <p14:creationId xmlns:p14="http://schemas.microsoft.com/office/powerpoint/2010/main" val="31474340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304801"/>
            <a:ext cx="112776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463" y="6324600"/>
            <a:ext cx="320707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0" y="6684964"/>
            <a:ext cx="92964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547055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p>
        </p:txBody>
      </p:sp>
      <p:sp>
        <p:nvSpPr>
          <p:cNvPr id="3" name="Text Placeholder 2"/>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
          <p:cNvSpPr>
            <a:spLocks noGrp="1" noChangeArrowheads="1"/>
          </p:cNvSpPr>
          <p:nvPr>
            <p:ph type="ftr" sz="quarter" idx="10"/>
          </p:nvPr>
        </p:nvSpPr>
        <p:spPr>
          <a:ln/>
        </p:spPr>
        <p:txBody>
          <a:bodyPr/>
          <a:lstStyle>
            <a:lvl1pPr>
              <a:defRPr/>
            </a:lvl1pPr>
          </a:lstStyle>
          <a:p>
            <a:pPr>
              <a:defRPr/>
            </a:pPr>
            <a:r>
              <a:rPr lang="en-US"/>
              <a:t>CS30500        Copyright (c) In-Young Ko, KAIST</a:t>
            </a:r>
          </a:p>
        </p:txBody>
      </p:sp>
      <p:sp>
        <p:nvSpPr>
          <p:cNvPr id="7" name="Rectangle 3"/>
          <p:cNvSpPr>
            <a:spLocks noGrp="1" noChangeArrowheads="1"/>
          </p:cNvSpPr>
          <p:nvPr>
            <p:ph type="sldNum" sz="quarter" idx="11"/>
          </p:nvPr>
        </p:nvSpPr>
        <p:spPr>
          <a:ln/>
        </p:spPr>
        <p:txBody>
          <a:bodyPr/>
          <a:lstStyle>
            <a:lvl1pPr>
              <a:defRPr/>
            </a:lvl1pPr>
          </a:lstStyle>
          <a:p>
            <a:fld id="{897ED8FC-2E74-8E4F-8B2C-832F09AE2E9F}" type="slidenum">
              <a:rPr lang="en-US" altLang="x-none"/>
              <a:pPr/>
              <a:t>‹#›</a:t>
            </a:fld>
            <a:endParaRPr lang="en-US" altLang="x-none"/>
          </a:p>
        </p:txBody>
      </p:sp>
      <p:sp>
        <p:nvSpPr>
          <p:cNvPr id="8" name="Rectangle 16"/>
          <p:cNvSpPr>
            <a:spLocks noGrp="1" noChangeArrowheads="1"/>
          </p:cNvSpPr>
          <p:nvPr>
            <p:ph type="dt" sz="half" idx="12"/>
          </p:nvPr>
        </p:nvSpPr>
        <p:spPr>
          <a:ln/>
        </p:spPr>
        <p:txBody>
          <a:bodyPr/>
          <a:lstStyle>
            <a:lvl1pPr>
              <a:defRPr/>
            </a:lvl1pPr>
          </a:lstStyle>
          <a:p>
            <a:pPr>
              <a:defRPr/>
            </a:pPr>
            <a:r>
              <a:rPr lang="en-US" altLang="ko-KR"/>
              <a:t>Spring 2025</a:t>
            </a:r>
            <a:endParaRPr lang="en-US"/>
          </a:p>
        </p:txBody>
      </p:sp>
    </p:spTree>
    <p:extLst>
      <p:ext uri="{BB962C8B-B14F-4D97-AF65-F5344CB8AC3E}">
        <p14:creationId xmlns:p14="http://schemas.microsoft.com/office/powerpoint/2010/main" val="3337604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27382" y="116632"/>
            <a:ext cx="11137237" cy="562074"/>
          </a:xfrm>
          <a:prstGeom prst="rect">
            <a:avLst/>
          </a:prstGeom>
        </p:spPr>
        <p:txBody>
          <a:bodyPr vert="horz" lIns="91440" tIns="45720" rIns="91440" bIns="45720" rtlCol="0" anchor="ctr">
            <a:noAutofit/>
          </a:bodyPr>
          <a:lstStyle/>
          <a:p>
            <a:r>
              <a:rPr lang="en-US" altLang="ko-KR" dirty="0"/>
              <a:t>Click to edit Master title style</a:t>
            </a:r>
            <a:endParaRPr lang="ko-KR" altLang="en-US" dirty="0"/>
          </a:p>
        </p:txBody>
      </p:sp>
      <p:sp>
        <p:nvSpPr>
          <p:cNvPr id="3" name="Text Placeholder 2"/>
          <p:cNvSpPr>
            <a:spLocks noGrp="1"/>
          </p:cNvSpPr>
          <p:nvPr>
            <p:ph type="body" idx="1"/>
          </p:nvPr>
        </p:nvSpPr>
        <p:spPr>
          <a:xfrm>
            <a:off x="609600" y="1124744"/>
            <a:ext cx="11055019" cy="5199856"/>
          </a:xfrm>
          <a:prstGeom prst="rect">
            <a:avLst/>
          </a:prstGeom>
        </p:spPr>
        <p:txBody>
          <a:bodyPr vert="horz" lIns="91440" tIns="45720" rIns="91440" bIns="45720" rtlCol="0">
            <a:normAutofit/>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endParaRPr lang="ko-KR" altLang="en-US" dirty="0"/>
          </a:p>
        </p:txBody>
      </p:sp>
      <p:sp>
        <p:nvSpPr>
          <p:cNvPr id="4" name="Date Placeholder 3"/>
          <p:cNvSpPr>
            <a:spLocks noGrp="1"/>
          </p:cNvSpPr>
          <p:nvPr>
            <p:ph type="dt" sz="half" idx="2"/>
          </p:nvPr>
        </p:nvSpPr>
        <p:spPr>
          <a:xfrm>
            <a:off x="9550401" y="6491080"/>
            <a:ext cx="1421513" cy="365125"/>
          </a:xfrm>
          <a:prstGeom prst="rect">
            <a:avLst/>
          </a:prstGeom>
        </p:spPr>
        <p:txBody>
          <a:bodyPr vert="horz" lIns="91440" tIns="45720" rIns="91440" bIns="45720" rtlCol="0" anchor="ctr"/>
          <a:lstStyle>
            <a:lvl1pPr algn="l">
              <a:defRPr lang="ko-KR" altLang="en-US" sz="1200" b="0" kern="1200" dirty="0">
                <a:solidFill>
                  <a:srgbClr val="004191"/>
                </a:solidFill>
                <a:latin typeface="Arial" charset="0"/>
                <a:ea typeface="Arial" charset="0"/>
                <a:cs typeface="Arial" charset="0"/>
              </a:defRPr>
            </a:lvl1pPr>
          </a:lstStyle>
          <a:p>
            <a:r>
              <a:rPr lang="en-US" altLang="ko-KR"/>
              <a:t>Spring 2025</a:t>
            </a:r>
            <a:endParaRPr lang="en-US"/>
          </a:p>
        </p:txBody>
      </p:sp>
      <p:sp>
        <p:nvSpPr>
          <p:cNvPr id="5" name="Footer Placeholder 4"/>
          <p:cNvSpPr>
            <a:spLocks noGrp="1"/>
          </p:cNvSpPr>
          <p:nvPr>
            <p:ph type="ftr" sz="quarter" idx="3"/>
          </p:nvPr>
        </p:nvSpPr>
        <p:spPr>
          <a:xfrm>
            <a:off x="3023659" y="6492876"/>
            <a:ext cx="6221941" cy="365125"/>
          </a:xfrm>
          <a:prstGeom prst="rect">
            <a:avLst/>
          </a:prstGeom>
        </p:spPr>
        <p:txBody>
          <a:bodyPr vert="horz" lIns="91440" tIns="45720" rIns="91440" bIns="45720" rtlCol="0" anchor="ctr"/>
          <a:lstStyle>
            <a:lvl1pPr algn="ctr">
              <a:defRPr lang="ko-KR" altLang="en-US" sz="1200" b="0" kern="1200" dirty="0">
                <a:solidFill>
                  <a:srgbClr val="0F4191"/>
                </a:solidFill>
                <a:latin typeface="Arial" charset="0"/>
                <a:ea typeface="Arial" charset="0"/>
                <a:cs typeface="Arial" charset="0"/>
              </a:defRPr>
            </a:lvl1pPr>
          </a:lstStyle>
          <a:p>
            <a:pPr algn="l" fontAlgn="base">
              <a:spcBef>
                <a:spcPct val="0"/>
              </a:spcBef>
              <a:spcAft>
                <a:spcPct val="0"/>
              </a:spcAft>
              <a:defRPr/>
            </a:pPr>
            <a:r>
              <a:rPr lang="en-US" altLang="ko-KR"/>
              <a:t>CS30500        Copyright (c) In-Young Ko, KAIST</a:t>
            </a:r>
            <a:endParaRPr lang="en-US"/>
          </a:p>
        </p:txBody>
      </p:sp>
      <p:sp>
        <p:nvSpPr>
          <p:cNvPr id="6" name="Slide Number Placeholder 5"/>
          <p:cNvSpPr>
            <a:spLocks noGrp="1"/>
          </p:cNvSpPr>
          <p:nvPr>
            <p:ph type="sldNum" sz="quarter" idx="4"/>
          </p:nvPr>
        </p:nvSpPr>
        <p:spPr>
          <a:xfrm>
            <a:off x="11176000" y="6492876"/>
            <a:ext cx="790443" cy="365125"/>
          </a:xfrm>
          <a:prstGeom prst="rect">
            <a:avLst/>
          </a:prstGeom>
        </p:spPr>
        <p:txBody>
          <a:bodyPr vert="horz" lIns="91440" tIns="45720" rIns="91440" bIns="45720" rtlCol="0" anchor="ctr"/>
          <a:lstStyle>
            <a:lvl1pPr algn="r">
              <a:defRPr lang="ko-KR" altLang="en-US" sz="1200" b="0" kern="1200" smtClean="0">
                <a:solidFill>
                  <a:srgbClr val="004191"/>
                </a:solidFill>
                <a:latin typeface="Arial" charset="0"/>
                <a:ea typeface="Arial" charset="0"/>
                <a:cs typeface="Arial" charset="0"/>
              </a:defRPr>
            </a:lvl1pPr>
          </a:lstStyle>
          <a:p>
            <a:fld id="{72AC53DF-4216-466D-99A7-94400E6C2A25}" type="slidenum">
              <a:rPr lang="uk-UA" altLang="ko-KR" smtClean="0">
                <a:solidFill>
                  <a:schemeClr val="tx2"/>
                </a:solidFill>
              </a:rPr>
              <a:pPr/>
              <a:t>‹#›</a:t>
            </a:fld>
            <a:endParaRPr lang="uk-UA" dirty="0"/>
          </a:p>
        </p:txBody>
      </p:sp>
    </p:spTree>
    <p:extLst>
      <p:ext uri="{BB962C8B-B14F-4D97-AF65-F5344CB8AC3E}">
        <p14:creationId xmlns:p14="http://schemas.microsoft.com/office/powerpoint/2010/main" val="380108233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7" r:id="rId16"/>
    <p:sldLayoutId id="2147483738" r:id="rId17"/>
    <p:sldLayoutId id="2147483740" r:id="rId18"/>
    <p:sldLayoutId id="2147483741" r:id="rId19"/>
    <p:sldLayoutId id="2147483742" r:id="rId20"/>
  </p:sldLayoutIdLst>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hf hdr="0"/>
  <p:txStyles>
    <p:titleStyle>
      <a:lvl1pPr algn="l" defTabSz="914400" rtl="0" eaLnBrk="1" latinLnBrk="1" hangingPunct="1">
        <a:spcBef>
          <a:spcPct val="0"/>
        </a:spcBef>
        <a:buNone/>
        <a:defRPr kumimoji="1" sz="3200" b="1" kern="1200">
          <a:solidFill>
            <a:srgbClr val="0F4191"/>
          </a:solidFill>
          <a:latin typeface="Arial" charset="0"/>
          <a:ea typeface="Arial" charset="0"/>
          <a:cs typeface="Arial" charset="0"/>
        </a:defRPr>
      </a:lvl1pPr>
    </p:titleStyle>
    <p:bodyStyle>
      <a:lvl1pPr marL="342900" indent="-342900" algn="l" defTabSz="914400" rtl="0" eaLnBrk="1" latinLnBrk="0" hangingPunct="1">
        <a:spcBef>
          <a:spcPts val="1272"/>
        </a:spcBef>
        <a:buFont typeface="Arial" panose="020B0604020202020204" pitchFamily="34" charset="0"/>
        <a:buChar char="•"/>
        <a:defRPr kumimoji="1" sz="2800" kern="1200">
          <a:solidFill>
            <a:schemeClr val="tx1"/>
          </a:solidFill>
          <a:latin typeface="Arial" charset="0"/>
          <a:ea typeface="Arial" charset="0"/>
          <a:cs typeface="Arial" charset="0"/>
        </a:defRPr>
      </a:lvl1pPr>
      <a:lvl2pPr marL="742950" indent="-285750" algn="l" defTabSz="914400" rtl="0" eaLnBrk="1" latinLnBrk="0" hangingPunct="1">
        <a:spcBef>
          <a:spcPct val="20000"/>
        </a:spcBef>
        <a:buFont typeface="Arial" panose="020B0604020202020204" pitchFamily="34" charset="0"/>
        <a:buChar char="–"/>
        <a:defRPr kumimoji="1" sz="2400" kern="1200">
          <a:solidFill>
            <a:schemeClr val="tx1"/>
          </a:solidFill>
          <a:latin typeface="Arial" charset="0"/>
          <a:ea typeface="Arial" charset="0"/>
          <a:cs typeface="Arial" charset="0"/>
        </a:defRPr>
      </a:lvl2pPr>
      <a:lvl3pPr marL="1143000" indent="-228600" algn="l" defTabSz="914400" rtl="0" eaLnBrk="1" latinLnBrk="0" hangingPunct="1">
        <a:spcBef>
          <a:spcPct val="20000"/>
        </a:spcBef>
        <a:buFont typeface="Arial" panose="020B0604020202020204" pitchFamily="34" charset="0"/>
        <a:buChar char="•"/>
        <a:defRPr kumimoji="1" sz="2000" kern="1200">
          <a:solidFill>
            <a:schemeClr val="tx1"/>
          </a:solidFill>
          <a:latin typeface="Arial" charset="0"/>
          <a:ea typeface="Arial" charset="0"/>
          <a:cs typeface="Arial" charset="0"/>
        </a:defRPr>
      </a:lvl3pPr>
      <a:lvl4pPr marL="1600200" indent="-228600" algn="l" defTabSz="914400" rtl="0" eaLnBrk="1" latinLnBrk="0" hangingPunct="1">
        <a:spcBef>
          <a:spcPct val="20000"/>
        </a:spcBef>
        <a:buFont typeface="Arial" panose="020B0604020202020204" pitchFamily="34" charset="0"/>
        <a:buChar char="–"/>
        <a:defRPr kumimoji="1" sz="1800" kern="1200">
          <a:solidFill>
            <a:schemeClr val="tx1"/>
          </a:solidFill>
          <a:latin typeface="Arial" charset="0"/>
          <a:ea typeface="Arial" charset="0"/>
          <a:cs typeface="Arial" charset="0"/>
        </a:defRPr>
      </a:lvl4pPr>
      <a:lvl5pPr marL="2057400" indent="-228600" algn="l" defTabSz="914400" rtl="0" eaLnBrk="1" latinLnBrk="0" hangingPunct="1">
        <a:spcBef>
          <a:spcPct val="20000"/>
        </a:spcBef>
        <a:buFont typeface="Arial" panose="020B0604020202020204" pitchFamily="34" charset="0"/>
        <a:buChar char="»"/>
        <a:defRPr kumimoji="1" sz="1800" kern="1200">
          <a:solidFill>
            <a:schemeClr val="tx1"/>
          </a:solidFill>
          <a:latin typeface="Arial" charset="0"/>
          <a:ea typeface="Arial" charset="0"/>
          <a:cs typeface="Arial" charset="0"/>
        </a:defRPr>
      </a:lvl5pPr>
      <a:lvl6pPr marL="2514600" indent="-228600" algn="l" defTabSz="914400" rtl="0" eaLnBrk="1" latinLnBrk="1" hangingPunct="1">
        <a:spcBef>
          <a:spcPct val="20000"/>
        </a:spcBef>
        <a:buFont typeface="Arial" panose="020B0604020202020204" pitchFamily="34" charset="0"/>
        <a:buChar char="•"/>
        <a:defRPr kumimoji="1"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kumimoji="1"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kumimoji="1"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kumimoji="1" sz="2000" kern="1200">
          <a:solidFill>
            <a:schemeClr val="tx1"/>
          </a:solidFill>
          <a:latin typeface="+mn-lt"/>
          <a:ea typeface="+mn-ea"/>
          <a:cs typeface="+mn-cs"/>
        </a:defRPr>
      </a:lvl9pPr>
    </p:bodyStyle>
    <p:otherStyle>
      <a:defPPr>
        <a:defRPr lang="ko-KR"/>
      </a:defPPr>
      <a:lvl1pPr marL="0" algn="l" defTabSz="914400" rtl="0" eaLnBrk="1" latinLnBrk="1" hangingPunct="1">
        <a:defRPr kumimoji="1" sz="1800" kern="1200">
          <a:solidFill>
            <a:schemeClr val="tx1"/>
          </a:solidFill>
          <a:latin typeface="+mn-lt"/>
          <a:ea typeface="+mn-ea"/>
          <a:cs typeface="+mn-cs"/>
        </a:defRPr>
      </a:lvl1pPr>
      <a:lvl2pPr marL="457200" algn="l" defTabSz="914400" rtl="0" eaLnBrk="1" latinLnBrk="1" hangingPunct="1">
        <a:defRPr kumimoji="1" sz="1800" kern="1200">
          <a:solidFill>
            <a:schemeClr val="tx1"/>
          </a:solidFill>
          <a:latin typeface="+mn-lt"/>
          <a:ea typeface="+mn-ea"/>
          <a:cs typeface="+mn-cs"/>
        </a:defRPr>
      </a:lvl2pPr>
      <a:lvl3pPr marL="914400" algn="l" defTabSz="914400" rtl="0" eaLnBrk="1" latinLnBrk="1" hangingPunct="1">
        <a:defRPr kumimoji="1" sz="1800" kern="1200">
          <a:solidFill>
            <a:schemeClr val="tx1"/>
          </a:solidFill>
          <a:latin typeface="+mn-lt"/>
          <a:ea typeface="+mn-ea"/>
          <a:cs typeface="+mn-cs"/>
        </a:defRPr>
      </a:lvl3pPr>
      <a:lvl4pPr marL="1371600" algn="l" defTabSz="914400" rtl="0" eaLnBrk="1" latinLnBrk="1" hangingPunct="1">
        <a:defRPr kumimoji="1" sz="1800" kern="1200">
          <a:solidFill>
            <a:schemeClr val="tx1"/>
          </a:solidFill>
          <a:latin typeface="+mn-lt"/>
          <a:ea typeface="+mn-ea"/>
          <a:cs typeface="+mn-cs"/>
        </a:defRPr>
      </a:lvl4pPr>
      <a:lvl5pPr marL="1828800" algn="l" defTabSz="914400" rtl="0" eaLnBrk="1" latinLnBrk="1" hangingPunct="1">
        <a:defRPr kumimoji="1" sz="1800" kern="1200">
          <a:solidFill>
            <a:schemeClr val="tx1"/>
          </a:solidFill>
          <a:latin typeface="+mn-lt"/>
          <a:ea typeface="+mn-ea"/>
          <a:cs typeface="+mn-cs"/>
        </a:defRPr>
      </a:lvl5pPr>
      <a:lvl6pPr marL="2286000" algn="l" defTabSz="914400" rtl="0" eaLnBrk="1" latinLnBrk="1" hangingPunct="1">
        <a:defRPr kumimoji="1" sz="1800" kern="1200">
          <a:solidFill>
            <a:schemeClr val="tx1"/>
          </a:solidFill>
          <a:latin typeface="+mn-lt"/>
          <a:ea typeface="+mn-ea"/>
          <a:cs typeface="+mn-cs"/>
        </a:defRPr>
      </a:lvl6pPr>
      <a:lvl7pPr marL="2743200" algn="l" defTabSz="914400" rtl="0" eaLnBrk="1" latinLnBrk="1" hangingPunct="1">
        <a:defRPr kumimoji="1" sz="1800" kern="1200">
          <a:solidFill>
            <a:schemeClr val="tx1"/>
          </a:solidFill>
          <a:latin typeface="+mn-lt"/>
          <a:ea typeface="+mn-ea"/>
          <a:cs typeface="+mn-cs"/>
        </a:defRPr>
      </a:lvl7pPr>
      <a:lvl8pPr marL="3200400" algn="l" defTabSz="914400" rtl="0" eaLnBrk="1" latinLnBrk="1" hangingPunct="1">
        <a:defRPr kumimoji="1" sz="1800" kern="1200">
          <a:solidFill>
            <a:schemeClr val="tx1"/>
          </a:solidFill>
          <a:latin typeface="+mn-lt"/>
          <a:ea typeface="+mn-ea"/>
          <a:cs typeface="+mn-cs"/>
        </a:defRPr>
      </a:lvl8pPr>
      <a:lvl9pPr marL="3657600" algn="l" defTabSz="914400" rtl="0" eaLnBrk="1" latinLnBrk="1"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ieeexplore.ieee.org/document/1040117"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46C2F65-AFBE-A443-992B-545A1D1D98DC}"/>
              </a:ext>
            </a:extLst>
          </p:cNvPr>
          <p:cNvSpPr>
            <a:spLocks noGrp="1"/>
          </p:cNvSpPr>
          <p:nvPr>
            <p:ph type="ctrTitle"/>
          </p:nvPr>
        </p:nvSpPr>
        <p:spPr>
          <a:xfrm>
            <a:off x="838200" y="1371600"/>
            <a:ext cx="10591800" cy="1752600"/>
          </a:xfrm>
        </p:spPr>
        <p:txBody>
          <a:bodyPr/>
          <a:lstStyle/>
          <a:p>
            <a:pPr algn="l"/>
            <a:r>
              <a:rPr lang="en-US" altLang="ko-KR" sz="3200" dirty="0"/>
              <a:t>CS350:</a:t>
            </a:r>
            <a:br>
              <a:rPr lang="en-US" altLang="ko-KR" sz="3200" dirty="0"/>
            </a:br>
            <a:r>
              <a:rPr lang="en-US" altLang="ko-KR" sz="4600" dirty="0">
                <a:effectLst>
                  <a:reflection blurRad="6350" stA="55000" endA="300" endPos="45500" dir="5400000" sy="-100000" algn="bl" rotWithShape="0"/>
                </a:effectLst>
              </a:rPr>
              <a:t>Introduction to Software Engineering</a:t>
            </a:r>
            <a:endParaRPr lang="ja-JP" altLang="en-US" sz="4600" dirty="0">
              <a:effectLst>
                <a:reflection blurRad="6350" stA="55000" endA="300" endPos="45500" dir="5400000" sy="-100000" algn="bl" rotWithShape="0"/>
              </a:effectLst>
            </a:endParaRPr>
          </a:p>
        </p:txBody>
      </p:sp>
      <p:sp>
        <p:nvSpPr>
          <p:cNvPr id="11" name="Subtitle 2">
            <a:extLst>
              <a:ext uri="{FF2B5EF4-FFF2-40B4-BE49-F238E27FC236}">
                <a16:creationId xmlns:a16="http://schemas.microsoft.com/office/drawing/2014/main" id="{D6AC6335-4885-604B-B17F-FE1125CA422E}"/>
              </a:ext>
            </a:extLst>
          </p:cNvPr>
          <p:cNvSpPr>
            <a:spLocks noGrp="1"/>
          </p:cNvSpPr>
          <p:nvPr>
            <p:ph type="subTitle" idx="1"/>
          </p:nvPr>
        </p:nvSpPr>
        <p:spPr>
          <a:xfrm>
            <a:off x="2590800" y="4800600"/>
            <a:ext cx="7010400" cy="1295400"/>
          </a:xfrm>
        </p:spPr>
        <p:txBody>
          <a:bodyPr>
            <a:normAutofit/>
          </a:bodyPr>
          <a:lstStyle/>
          <a:p>
            <a:r>
              <a:rPr lang="en-US" altLang="ko-KR" b="1" dirty="0">
                <a:solidFill>
                  <a:schemeClr val="tx1">
                    <a:lumMod val="65000"/>
                    <a:lumOff val="35000"/>
                  </a:schemeClr>
                </a:solidFill>
              </a:rPr>
              <a:t>Prof. In-Young Ko</a:t>
            </a:r>
          </a:p>
          <a:p>
            <a:r>
              <a:rPr lang="en-US" altLang="ko-KR" sz="2400" dirty="0">
                <a:solidFill>
                  <a:schemeClr val="tx1">
                    <a:lumMod val="65000"/>
                    <a:lumOff val="35000"/>
                  </a:schemeClr>
                </a:solidFill>
              </a:rPr>
              <a:t>School of Computing</a:t>
            </a:r>
          </a:p>
        </p:txBody>
      </p:sp>
      <p:sp>
        <p:nvSpPr>
          <p:cNvPr id="12" name="날짜 개체 틀 6">
            <a:extLst>
              <a:ext uri="{FF2B5EF4-FFF2-40B4-BE49-F238E27FC236}">
                <a16:creationId xmlns:a16="http://schemas.microsoft.com/office/drawing/2014/main" id="{EA994E28-A9E8-A94E-B41D-7947F159D665}"/>
              </a:ext>
            </a:extLst>
          </p:cNvPr>
          <p:cNvSpPr txBox="1">
            <a:spLocks/>
          </p:cNvSpPr>
          <p:nvPr/>
        </p:nvSpPr>
        <p:spPr>
          <a:xfrm>
            <a:off x="9069936" y="268937"/>
            <a:ext cx="2362200" cy="685800"/>
          </a:xfrm>
          <a:prstGeom prst="rect">
            <a:avLst/>
          </a:prstGeom>
        </p:spPr>
        <p:txBody>
          <a:bodyPr vert="horz" lIns="91440" tIns="45720" rIns="91440" bIns="45720" rtlCol="0" anchor="ctr"/>
          <a:lstStyle>
            <a:defPPr>
              <a:defRPr lang="en-US"/>
            </a:defPPr>
            <a:lvl1pPr marL="0" algn="l" defTabSz="914400" rtl="0" latinLnBrk="0">
              <a:defRPr lang="ko-KR" altLang="en-US" sz="1200" b="0" kern="1200" dirty="0">
                <a:solidFill>
                  <a:srgbClr val="004191"/>
                </a:solidFill>
                <a:latin typeface="Arial" charset="0"/>
                <a:ea typeface="Arial" charset="0"/>
                <a:cs typeface="Arial" charset="0"/>
              </a:defRPr>
            </a:lvl1pPr>
            <a:lvl2pPr marL="457200" algn="l" defTabSz="914400" rtl="0" latinLnBrk="0">
              <a:defRPr sz="1800" kern="1200">
                <a:solidFill>
                  <a:schemeClr val="tx1"/>
                </a:solidFill>
                <a:latin typeface="+mn-lt"/>
                <a:ea typeface="+mn-ea"/>
                <a:cs typeface="+mn-cs"/>
              </a:defRPr>
            </a:lvl2pPr>
            <a:lvl3pPr marL="914400" algn="l" defTabSz="914400" rtl="0" latinLnBrk="0">
              <a:defRPr sz="1800" kern="1200">
                <a:solidFill>
                  <a:schemeClr val="tx1"/>
                </a:solidFill>
                <a:latin typeface="+mn-lt"/>
                <a:ea typeface="+mn-ea"/>
                <a:cs typeface="+mn-cs"/>
              </a:defRPr>
            </a:lvl3pPr>
            <a:lvl4pPr marL="1371600" algn="l" defTabSz="914400" rtl="0" latinLnBrk="0">
              <a:defRPr sz="1800" kern="1200">
                <a:solidFill>
                  <a:schemeClr val="tx1"/>
                </a:solidFill>
                <a:latin typeface="+mn-lt"/>
                <a:ea typeface="+mn-ea"/>
                <a:cs typeface="+mn-cs"/>
              </a:defRPr>
            </a:lvl4pPr>
            <a:lvl5pPr marL="1828800" algn="l" defTabSz="914400" rtl="0" latinLnBrk="0">
              <a:defRPr sz="1800" kern="1200">
                <a:solidFill>
                  <a:schemeClr val="tx1"/>
                </a:solidFill>
                <a:latin typeface="+mn-lt"/>
                <a:ea typeface="+mn-ea"/>
                <a:cs typeface="+mn-cs"/>
              </a:defRPr>
            </a:lvl5pPr>
            <a:lvl6pPr marL="2286000" algn="l" defTabSz="914400" rtl="0" latinLnBrk="0">
              <a:defRPr sz="1800" kern="1200">
                <a:solidFill>
                  <a:schemeClr val="tx1"/>
                </a:solidFill>
                <a:latin typeface="+mn-lt"/>
                <a:ea typeface="+mn-ea"/>
                <a:cs typeface="+mn-cs"/>
              </a:defRPr>
            </a:lvl6pPr>
            <a:lvl7pPr marL="2743200" algn="l" defTabSz="914400" rtl="0" latinLnBrk="0">
              <a:defRPr sz="1800" kern="1200">
                <a:solidFill>
                  <a:schemeClr val="tx1"/>
                </a:solidFill>
                <a:latin typeface="+mn-lt"/>
                <a:ea typeface="+mn-ea"/>
                <a:cs typeface="+mn-cs"/>
              </a:defRPr>
            </a:lvl7pPr>
            <a:lvl8pPr marL="3200400" algn="l" defTabSz="914400" rtl="0" latinLnBrk="0">
              <a:defRPr sz="1800" kern="1200">
                <a:solidFill>
                  <a:schemeClr val="tx1"/>
                </a:solidFill>
                <a:latin typeface="+mn-lt"/>
                <a:ea typeface="+mn-ea"/>
                <a:cs typeface="+mn-cs"/>
              </a:defRPr>
            </a:lvl8pPr>
            <a:lvl9pPr marL="3657600" algn="l" defTabSz="914400" rtl="0" latinLnBrk="0">
              <a:defRPr sz="1800" kern="1200">
                <a:solidFill>
                  <a:schemeClr val="tx1"/>
                </a:solidFill>
                <a:latin typeface="+mn-lt"/>
                <a:ea typeface="+mn-ea"/>
                <a:cs typeface="+mn-cs"/>
              </a:defRPr>
            </a:lvl9pPr>
          </a:lstStyle>
          <a:p>
            <a:pPr algn="r"/>
            <a:r>
              <a:rPr lang="en-US" altLang="ko-KR" sz="2400" dirty="0"/>
              <a:t>Spring 2025</a:t>
            </a:r>
            <a:endParaRPr lang="en-US" sz="2400" dirty="0">
              <a:solidFill>
                <a:srgbClr val="FFFFFF"/>
              </a:solidFill>
            </a:endParaRPr>
          </a:p>
        </p:txBody>
      </p:sp>
      <p:sp>
        <p:nvSpPr>
          <p:cNvPr id="13" name="직사각형 12">
            <a:extLst>
              <a:ext uri="{FF2B5EF4-FFF2-40B4-BE49-F238E27FC236}">
                <a16:creationId xmlns:a16="http://schemas.microsoft.com/office/drawing/2014/main" id="{814A8481-84D5-F745-8EBE-09F65B08EA67}"/>
              </a:ext>
            </a:extLst>
          </p:cNvPr>
          <p:cNvSpPr/>
          <p:nvPr/>
        </p:nvSpPr>
        <p:spPr>
          <a:xfrm>
            <a:off x="5104382" y="3424535"/>
            <a:ext cx="1811714" cy="461665"/>
          </a:xfrm>
          <a:prstGeom prst="rect">
            <a:avLst/>
          </a:prstGeom>
        </p:spPr>
        <p:txBody>
          <a:bodyPr wrap="none">
            <a:spAutoFit/>
          </a:bodyPr>
          <a:lstStyle/>
          <a:p>
            <a:pPr algn="r"/>
            <a:r>
              <a:rPr lang="en-US" altLang="ko-KR" sz="2400" dirty="0">
                <a:solidFill>
                  <a:srgbClr val="595959"/>
                </a:solidFill>
                <a:latin typeface="Arial" charset="0"/>
                <a:ea typeface="Arial" charset="0"/>
                <a:cs typeface="Arial" charset="0"/>
              </a:rPr>
              <a:t>Lecture #19</a:t>
            </a:r>
          </a:p>
        </p:txBody>
      </p:sp>
      <p:sp>
        <p:nvSpPr>
          <p:cNvPr id="14" name="TextBox 13">
            <a:extLst>
              <a:ext uri="{FF2B5EF4-FFF2-40B4-BE49-F238E27FC236}">
                <a16:creationId xmlns:a16="http://schemas.microsoft.com/office/drawing/2014/main" id="{ED41C5AA-3030-1A45-87FA-8267D228F8D9}"/>
              </a:ext>
            </a:extLst>
          </p:cNvPr>
          <p:cNvSpPr txBox="1"/>
          <p:nvPr/>
        </p:nvSpPr>
        <p:spPr>
          <a:xfrm>
            <a:off x="1341690" y="358923"/>
            <a:ext cx="0" cy="0"/>
          </a:xfrm>
          <a:prstGeom prst="rect">
            <a:avLst/>
          </a:prstGeom>
          <a:noFill/>
        </p:spPr>
        <p:txBody>
          <a:bodyPr wrap="none" rtlCol="0" anchor="ctr">
            <a:noAutofit/>
          </a:bodyPr>
          <a:lstStyle/>
          <a:p>
            <a:pPr marL="285750" indent="-285750">
              <a:spcBef>
                <a:spcPts val="600"/>
              </a:spcBef>
              <a:buFont typeface="Arial" panose="020B0604020202020204" pitchFamily="34" charset="0"/>
              <a:buChar char="•"/>
            </a:pPr>
            <a:endParaRPr kumimoji="1" lang="ko-Kore-KR" altLang="en-US" sz="1200" b="1" dirty="0"/>
          </a:p>
        </p:txBody>
      </p:sp>
    </p:spTree>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a:extLst>
              <a:ext uri="{FF2B5EF4-FFF2-40B4-BE49-F238E27FC236}">
                <a16:creationId xmlns:a16="http://schemas.microsoft.com/office/drawing/2014/main" id="{54A5B3FF-2782-6B47-8620-FA5095CFA742}"/>
              </a:ext>
            </a:extLst>
          </p:cNvPr>
          <p:cNvSpPr>
            <a:spLocks noGrp="1"/>
          </p:cNvSpPr>
          <p:nvPr>
            <p:ph type="title"/>
          </p:nvPr>
        </p:nvSpPr>
        <p:spPr/>
        <p:txBody>
          <a:bodyPr/>
          <a:lstStyle/>
          <a:p>
            <a:r>
              <a:rPr lang="en-US" altLang="ko-Kore-KR" dirty="0"/>
              <a:t>Software Quality Assurance</a:t>
            </a:r>
            <a:endParaRPr lang="ko-Kore-KR" altLang="en-US" dirty="0"/>
          </a:p>
        </p:txBody>
      </p:sp>
      <p:sp>
        <p:nvSpPr>
          <p:cNvPr id="8" name="텍스트 개체 틀 7">
            <a:extLst>
              <a:ext uri="{FF2B5EF4-FFF2-40B4-BE49-F238E27FC236}">
                <a16:creationId xmlns:a16="http://schemas.microsoft.com/office/drawing/2014/main" id="{61B5B4D6-AEAD-ED40-861E-12468B714159}"/>
              </a:ext>
            </a:extLst>
          </p:cNvPr>
          <p:cNvSpPr>
            <a:spLocks noGrp="1"/>
          </p:cNvSpPr>
          <p:nvPr>
            <p:ph type="body" idx="1"/>
          </p:nvPr>
        </p:nvSpPr>
        <p:spPr/>
        <p:txBody>
          <a:bodyPr/>
          <a:lstStyle/>
          <a:p>
            <a:endParaRPr lang="ko-Kore-KR" altLang="en-US"/>
          </a:p>
        </p:txBody>
      </p:sp>
      <p:sp>
        <p:nvSpPr>
          <p:cNvPr id="4" name="날짜 개체 틀 3">
            <a:extLst>
              <a:ext uri="{FF2B5EF4-FFF2-40B4-BE49-F238E27FC236}">
                <a16:creationId xmlns:a16="http://schemas.microsoft.com/office/drawing/2014/main" id="{A50ED598-83D4-4844-B100-CBD534CBB619}"/>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57CF1C19-E62E-F941-9B44-1A508E247942}"/>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92FA49EE-72D8-4B44-99C6-8CFC41B4F5FC}"/>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2</a:t>
            </a:fld>
            <a:endParaRPr lang="ko-KR" altLang="en-US" dirty="0"/>
          </a:p>
        </p:txBody>
      </p:sp>
    </p:spTree>
    <p:extLst>
      <p:ext uri="{BB962C8B-B14F-4D97-AF65-F5344CB8AC3E}">
        <p14:creationId xmlns:p14="http://schemas.microsoft.com/office/powerpoint/2010/main" val="104363586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67CBCF-F51C-7244-8746-299B41CF2474}"/>
              </a:ext>
            </a:extLst>
          </p:cNvPr>
          <p:cNvSpPr>
            <a:spLocks noGrp="1"/>
          </p:cNvSpPr>
          <p:nvPr>
            <p:ph type="title"/>
          </p:nvPr>
        </p:nvSpPr>
        <p:spPr/>
        <p:txBody>
          <a:bodyPr/>
          <a:lstStyle/>
          <a:p>
            <a:r>
              <a:rPr lang="en-US" altLang="ko-Kore-KR" dirty="0"/>
              <a:t>Software Quality Assurance (SQA)</a:t>
            </a:r>
            <a:endParaRPr kumimoji="1" lang="ko-Kore-KR" altLang="en-US" dirty="0"/>
          </a:p>
        </p:txBody>
      </p:sp>
      <p:sp>
        <p:nvSpPr>
          <p:cNvPr id="4" name="날짜 개체 틀 3">
            <a:extLst>
              <a:ext uri="{FF2B5EF4-FFF2-40B4-BE49-F238E27FC236}">
                <a16:creationId xmlns:a16="http://schemas.microsoft.com/office/drawing/2014/main" id="{18BA972E-57E8-624D-B337-1E3586D8C68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7D8A70F3-3713-C146-ADAC-BD9E7802D168}"/>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5E12BA9E-8791-7D46-8F6B-8C6A89D2344A}"/>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3</a:t>
            </a:fld>
            <a:endParaRPr lang="ko-KR" altLang="en-US" dirty="0"/>
          </a:p>
        </p:txBody>
      </p:sp>
      <p:sp>
        <p:nvSpPr>
          <p:cNvPr id="7" name="Rectangle 8">
            <a:extLst>
              <a:ext uri="{FF2B5EF4-FFF2-40B4-BE49-F238E27FC236}">
                <a16:creationId xmlns:a16="http://schemas.microsoft.com/office/drawing/2014/main" id="{7A83F933-8936-BC4F-9A4D-FCD1D9910688}"/>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pic>
        <p:nvPicPr>
          <p:cNvPr id="8" name="Picture 5" descr="An illustration displays componenets for software quality assurance.&#10;">
            <a:extLst>
              <a:ext uri="{FF2B5EF4-FFF2-40B4-BE49-F238E27FC236}">
                <a16:creationId xmlns:a16="http://schemas.microsoft.com/office/drawing/2014/main" id="{13E55F8C-80EE-2B44-92D5-3D337AD6747F}"/>
              </a:ext>
            </a:extLst>
          </p:cNvPr>
          <p:cNvPicPr>
            <a:picLocks noChangeAspect="1"/>
          </p:cNvPicPr>
          <p:nvPr/>
        </p:nvPicPr>
        <p:blipFill rotWithShape="1">
          <a:blip r:embed="rId2">
            <a:extLst>
              <a:ext uri="{28A0092B-C50C-407E-A947-70E740481C1C}">
                <a14:useLocalDpi xmlns:a14="http://schemas.microsoft.com/office/drawing/2010/main" val="0"/>
              </a:ext>
            </a:extLst>
          </a:blip>
          <a:srcRect t="6262"/>
          <a:stretch/>
        </p:blipFill>
        <p:spPr>
          <a:xfrm>
            <a:off x="5864357" y="2494754"/>
            <a:ext cx="6175243" cy="3605762"/>
          </a:xfrm>
          <a:prstGeom prst="rect">
            <a:avLst/>
          </a:prstGeom>
        </p:spPr>
      </p:pic>
      <p:sp>
        <p:nvSpPr>
          <p:cNvPr id="9" name="내용 개체 틀 2">
            <a:extLst>
              <a:ext uri="{FF2B5EF4-FFF2-40B4-BE49-F238E27FC236}">
                <a16:creationId xmlns:a16="http://schemas.microsoft.com/office/drawing/2014/main" id="{7E694F56-A3DC-B542-BD99-5E3D6F457202}"/>
              </a:ext>
            </a:extLst>
          </p:cNvPr>
          <p:cNvSpPr>
            <a:spLocks noGrp="1"/>
          </p:cNvSpPr>
          <p:nvPr>
            <p:ph idx="1"/>
          </p:nvPr>
        </p:nvSpPr>
        <p:spPr>
          <a:xfrm>
            <a:off x="609600" y="914400"/>
            <a:ext cx="11055019" cy="5410200"/>
          </a:xfrm>
        </p:spPr>
        <p:txBody>
          <a:bodyPr>
            <a:normAutofit fontScale="92500" lnSpcReduction="20000"/>
          </a:bodyPr>
          <a:lstStyle/>
          <a:p>
            <a:pPr marL="0" indent="0">
              <a:buNone/>
            </a:pPr>
            <a:r>
              <a:rPr lang="en-US" altLang="ko-Kore-KR" b="1" dirty="0">
                <a:solidFill>
                  <a:srgbClr val="0432FF"/>
                </a:solidFill>
              </a:rPr>
              <a:t>Elements of SQA</a:t>
            </a:r>
          </a:p>
          <a:p>
            <a:r>
              <a:rPr lang="en-US" altLang="ko-Kore-KR" dirty="0"/>
              <a:t>Standards</a:t>
            </a:r>
          </a:p>
          <a:p>
            <a:r>
              <a:rPr lang="en-US" altLang="ko-Kore-KR" dirty="0"/>
              <a:t>Reviews and Audits</a:t>
            </a:r>
          </a:p>
          <a:p>
            <a:r>
              <a:rPr lang="en-US" altLang="ko-Kore-KR" dirty="0"/>
              <a:t>Testing</a:t>
            </a:r>
          </a:p>
          <a:p>
            <a:r>
              <a:rPr lang="en-US" altLang="ko-Kore-KR" dirty="0"/>
              <a:t>Error/defect collection and analysis</a:t>
            </a:r>
          </a:p>
          <a:p>
            <a:r>
              <a:rPr lang="en-US" altLang="ko-Kore-KR" dirty="0"/>
              <a:t>Change management</a:t>
            </a:r>
          </a:p>
          <a:p>
            <a:r>
              <a:rPr lang="en-US" altLang="ko-Kore-KR" dirty="0"/>
              <a:t>Education</a:t>
            </a:r>
          </a:p>
          <a:p>
            <a:r>
              <a:rPr lang="en-US" altLang="ko-Kore-KR" dirty="0"/>
              <a:t>Vendor management</a:t>
            </a:r>
          </a:p>
          <a:p>
            <a:r>
              <a:rPr lang="en-US" altLang="ko-Kore-KR" dirty="0"/>
              <a:t>Security management</a:t>
            </a:r>
          </a:p>
          <a:p>
            <a:r>
              <a:rPr lang="en-US" altLang="ko-Kore-KR" dirty="0"/>
              <a:t>Safety</a:t>
            </a:r>
          </a:p>
          <a:p>
            <a:r>
              <a:rPr lang="en-US" altLang="ko-Kore-KR" dirty="0"/>
              <a:t>Risk management</a:t>
            </a:r>
            <a:endParaRPr kumimoji="1" lang="ko-Kore-KR" altLang="en-US" dirty="0"/>
          </a:p>
        </p:txBody>
      </p:sp>
    </p:spTree>
    <p:extLst>
      <p:ext uri="{BB962C8B-B14F-4D97-AF65-F5344CB8AC3E}">
        <p14:creationId xmlns:p14="http://schemas.microsoft.com/office/powerpoint/2010/main" val="230518039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67CBCF-F51C-7244-8746-299B41CF2474}"/>
              </a:ext>
            </a:extLst>
          </p:cNvPr>
          <p:cNvSpPr>
            <a:spLocks noGrp="1"/>
          </p:cNvSpPr>
          <p:nvPr>
            <p:ph type="title"/>
          </p:nvPr>
        </p:nvSpPr>
        <p:spPr/>
        <p:txBody>
          <a:bodyPr/>
          <a:lstStyle/>
          <a:p>
            <a:r>
              <a:rPr kumimoji="1" lang="en-US" altLang="ko-Kore-KR" dirty="0"/>
              <a:t>Data Driven SQA</a:t>
            </a:r>
            <a:endParaRPr kumimoji="1" lang="ko-Kore-KR" altLang="en-US" dirty="0"/>
          </a:p>
        </p:txBody>
      </p:sp>
      <p:sp>
        <p:nvSpPr>
          <p:cNvPr id="3" name="내용 개체 틀 2">
            <a:extLst>
              <a:ext uri="{FF2B5EF4-FFF2-40B4-BE49-F238E27FC236}">
                <a16:creationId xmlns:a16="http://schemas.microsoft.com/office/drawing/2014/main" id="{C4387FFE-82BA-0749-9E1C-B0340A31B937}"/>
              </a:ext>
            </a:extLst>
          </p:cNvPr>
          <p:cNvSpPr>
            <a:spLocks noGrp="1"/>
          </p:cNvSpPr>
          <p:nvPr>
            <p:ph idx="1"/>
          </p:nvPr>
        </p:nvSpPr>
        <p:spPr>
          <a:xfrm>
            <a:off x="609601" y="914400"/>
            <a:ext cx="5715000" cy="5410200"/>
          </a:xfrm>
        </p:spPr>
        <p:txBody>
          <a:bodyPr/>
          <a:lstStyle/>
          <a:p>
            <a:r>
              <a:rPr lang="en-US" altLang="ko-Kore-KR" dirty="0"/>
              <a:t>Modern SQA is often </a:t>
            </a:r>
            <a:r>
              <a:rPr lang="en-US" altLang="ko-Kore-KR" u="sng" dirty="0"/>
              <a:t>data driven</a:t>
            </a:r>
          </a:p>
          <a:p>
            <a:r>
              <a:rPr lang="en-US" altLang="ko-Kore-KR" dirty="0"/>
              <a:t>Stakeholders define goals and </a:t>
            </a:r>
            <a:r>
              <a:rPr lang="en-US" altLang="ko-Kore-KR" u="sng" dirty="0"/>
              <a:t>quality measures</a:t>
            </a:r>
          </a:p>
          <a:p>
            <a:r>
              <a:rPr lang="en-US" altLang="ko-Kore-KR" dirty="0"/>
              <a:t>Identifying problem areas </a:t>
            </a:r>
            <a:r>
              <a:rPr lang="en-US" altLang="ko-Kore-KR" dirty="0">
                <a:sym typeface="Wingdings" pitchFamily="2" charset="2"/>
              </a:rPr>
              <a:t> measuring indicators  making change decision</a:t>
            </a:r>
          </a:p>
          <a:p>
            <a:r>
              <a:rPr lang="en-US" altLang="ko-Kore-KR" u="sng" dirty="0">
                <a:sym typeface="Wingdings" pitchFamily="2" charset="2"/>
              </a:rPr>
              <a:t>SQA tasks</a:t>
            </a:r>
            <a:r>
              <a:rPr lang="en-US" altLang="ko-Kore-KR" dirty="0">
                <a:sym typeface="Wingdings" pitchFamily="2" charset="2"/>
              </a:rPr>
              <a:t> are performed by an </a:t>
            </a:r>
            <a:r>
              <a:rPr lang="en-US" altLang="ko-Kore-KR" dirty="0">
                <a:solidFill>
                  <a:srgbClr val="0432FF"/>
                </a:solidFill>
                <a:sym typeface="Wingdings" pitchFamily="2" charset="2"/>
              </a:rPr>
              <a:t>independent SQA group</a:t>
            </a:r>
            <a:endParaRPr lang="en-US" altLang="ko-Kore-KR" dirty="0">
              <a:solidFill>
                <a:srgbClr val="0432FF"/>
              </a:solidFill>
            </a:endParaRPr>
          </a:p>
          <a:p>
            <a:endParaRPr lang="ko-Kore-KR" altLang="en-US" dirty="0"/>
          </a:p>
        </p:txBody>
      </p:sp>
      <p:sp>
        <p:nvSpPr>
          <p:cNvPr id="4" name="날짜 개체 틀 3">
            <a:extLst>
              <a:ext uri="{FF2B5EF4-FFF2-40B4-BE49-F238E27FC236}">
                <a16:creationId xmlns:a16="http://schemas.microsoft.com/office/drawing/2014/main" id="{18BA972E-57E8-624D-B337-1E3586D8C68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7D8A70F3-3713-C146-ADAC-BD9E7802D168}"/>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5E12BA9E-8791-7D46-8F6B-8C6A89D2344A}"/>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4</a:t>
            </a:fld>
            <a:endParaRPr lang="ko-KR" altLang="en-US" dirty="0"/>
          </a:p>
        </p:txBody>
      </p:sp>
      <p:sp>
        <p:nvSpPr>
          <p:cNvPr id="7" name="Rectangle 8">
            <a:extLst>
              <a:ext uri="{FF2B5EF4-FFF2-40B4-BE49-F238E27FC236}">
                <a16:creationId xmlns:a16="http://schemas.microsoft.com/office/drawing/2014/main" id="{7A83F933-8936-BC4F-9A4D-FCD1D9910688}"/>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pic>
        <p:nvPicPr>
          <p:cNvPr id="8" name="Picture 5" descr="A circular model displays data driven software quality assurance process. &#10;">
            <a:extLst>
              <a:ext uri="{FF2B5EF4-FFF2-40B4-BE49-F238E27FC236}">
                <a16:creationId xmlns:a16="http://schemas.microsoft.com/office/drawing/2014/main" id="{848A5A9C-B0D3-4E4D-8D2F-A0ABA975A64D}"/>
              </a:ext>
            </a:extLst>
          </p:cNvPr>
          <p:cNvPicPr>
            <a:picLocks noChangeAspect="1"/>
          </p:cNvPicPr>
          <p:nvPr/>
        </p:nvPicPr>
        <p:blipFill rotWithShape="1">
          <a:blip r:embed="rId2">
            <a:extLst>
              <a:ext uri="{28A0092B-C50C-407E-A947-70E740481C1C}">
                <a14:useLocalDpi xmlns:a14="http://schemas.microsoft.com/office/drawing/2010/main" val="0"/>
              </a:ext>
            </a:extLst>
          </a:blip>
          <a:srcRect t="6197"/>
          <a:stretch/>
        </p:blipFill>
        <p:spPr>
          <a:xfrm>
            <a:off x="6475158" y="1001053"/>
            <a:ext cx="5491285" cy="4929291"/>
          </a:xfrm>
          <a:prstGeom prst="rect">
            <a:avLst/>
          </a:prstGeom>
        </p:spPr>
      </p:pic>
    </p:spTree>
    <p:extLst>
      <p:ext uri="{BB962C8B-B14F-4D97-AF65-F5344CB8AC3E}">
        <p14:creationId xmlns:p14="http://schemas.microsoft.com/office/powerpoint/2010/main" val="155152099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8ED1DB-1CB8-6E4E-ADE3-DE2ABE3225B4}"/>
              </a:ext>
            </a:extLst>
          </p:cNvPr>
          <p:cNvSpPr>
            <a:spLocks noGrp="1"/>
          </p:cNvSpPr>
          <p:nvPr>
            <p:ph type="title"/>
          </p:nvPr>
        </p:nvSpPr>
        <p:spPr/>
        <p:txBody>
          <a:bodyPr/>
          <a:lstStyle/>
          <a:p>
            <a:r>
              <a:rPr lang="en-US" altLang="ko-Kore-KR" dirty="0"/>
              <a:t>SQA Tasks </a:t>
            </a:r>
            <a:r>
              <a:rPr lang="en-US" altLang="ko-Kore-KR" sz="2000" dirty="0"/>
              <a:t>(1/2)</a:t>
            </a:r>
            <a:endParaRPr kumimoji="1" lang="ko-Kore-KR" altLang="en-US" dirty="0"/>
          </a:p>
        </p:txBody>
      </p:sp>
      <p:sp>
        <p:nvSpPr>
          <p:cNvPr id="3" name="내용 개체 틀 2">
            <a:extLst>
              <a:ext uri="{FF2B5EF4-FFF2-40B4-BE49-F238E27FC236}">
                <a16:creationId xmlns:a16="http://schemas.microsoft.com/office/drawing/2014/main" id="{0975FA0B-33C7-C942-A022-CEB072D4B44D}"/>
              </a:ext>
            </a:extLst>
          </p:cNvPr>
          <p:cNvSpPr>
            <a:spLocks noGrp="1"/>
          </p:cNvSpPr>
          <p:nvPr>
            <p:ph idx="1"/>
          </p:nvPr>
        </p:nvSpPr>
        <p:spPr>
          <a:xfrm>
            <a:off x="609600" y="762000"/>
            <a:ext cx="8940801" cy="5715001"/>
          </a:xfrm>
        </p:spPr>
        <p:txBody>
          <a:bodyPr>
            <a:normAutofit/>
          </a:bodyPr>
          <a:lstStyle/>
          <a:p>
            <a:r>
              <a:rPr lang="en-US" altLang="ko-Kore-KR" dirty="0"/>
              <a:t>Prepares an </a:t>
            </a:r>
            <a:r>
              <a:rPr lang="en-US" altLang="ko-Kore-KR" b="1" dirty="0">
                <a:solidFill>
                  <a:srgbClr val="0432FF"/>
                </a:solidFill>
              </a:rPr>
              <a:t>SQA plan</a:t>
            </a:r>
            <a:r>
              <a:rPr lang="en-US" altLang="ko-Kore-KR" dirty="0"/>
              <a:t> for a project which identifies:</a:t>
            </a:r>
          </a:p>
          <a:p>
            <a:pPr lvl="1"/>
            <a:r>
              <a:rPr lang="en-US" altLang="ko-Kore-KR" u="sng" dirty="0"/>
              <a:t>Evaluations</a:t>
            </a:r>
            <a:r>
              <a:rPr lang="en-US" altLang="ko-Kore-KR" dirty="0"/>
              <a:t> to be performed</a:t>
            </a:r>
          </a:p>
          <a:p>
            <a:pPr lvl="1"/>
            <a:r>
              <a:rPr lang="en-US" altLang="ko-Kore-KR" u="sng" dirty="0"/>
              <a:t>Audits and reviews</a:t>
            </a:r>
            <a:r>
              <a:rPr lang="en-US" altLang="ko-Kore-KR" dirty="0"/>
              <a:t> to be performed</a:t>
            </a:r>
          </a:p>
          <a:p>
            <a:pPr lvl="1"/>
            <a:r>
              <a:rPr lang="en-US" altLang="ko-Kore-KR" u="sng" dirty="0"/>
              <a:t>Standards</a:t>
            </a:r>
            <a:r>
              <a:rPr lang="en-US" altLang="ko-Kore-KR" dirty="0"/>
              <a:t> that are applicable to the project</a:t>
            </a:r>
          </a:p>
          <a:p>
            <a:pPr lvl="1"/>
            <a:r>
              <a:rPr lang="en-US" altLang="ko-Kore-KR" u="sng" dirty="0"/>
              <a:t>Procedures</a:t>
            </a:r>
            <a:r>
              <a:rPr lang="en-US" altLang="ko-Kore-KR" dirty="0"/>
              <a:t> for error reporting and tracking</a:t>
            </a:r>
          </a:p>
          <a:p>
            <a:pPr lvl="1"/>
            <a:r>
              <a:rPr lang="en-US" altLang="ko-Kore-KR" u="sng" dirty="0"/>
              <a:t>Documents</a:t>
            </a:r>
            <a:r>
              <a:rPr lang="en-US" altLang="ko-Kore-KR" dirty="0"/>
              <a:t> to be produced by the SQA group</a:t>
            </a:r>
          </a:p>
          <a:p>
            <a:pPr lvl="1"/>
            <a:r>
              <a:rPr lang="en-US" altLang="ko-Kore-KR" dirty="0"/>
              <a:t>Amount of </a:t>
            </a:r>
            <a:r>
              <a:rPr lang="en-US" altLang="ko-Kore-KR" u="sng" dirty="0"/>
              <a:t>feedback</a:t>
            </a:r>
            <a:r>
              <a:rPr lang="en-US" altLang="ko-Kore-KR" dirty="0"/>
              <a:t> provided to the software project team</a:t>
            </a:r>
          </a:p>
          <a:p>
            <a:r>
              <a:rPr lang="en-US" altLang="ko-Kore-KR" dirty="0"/>
              <a:t>Participates in the </a:t>
            </a:r>
            <a:r>
              <a:rPr lang="en-US" altLang="ko-Kore-KR" dirty="0">
                <a:solidFill>
                  <a:srgbClr val="0432FF"/>
                </a:solidFill>
              </a:rPr>
              <a:t>development of the project’s software process description</a:t>
            </a:r>
          </a:p>
          <a:p>
            <a:pPr lvl="1"/>
            <a:r>
              <a:rPr lang="en-US" altLang="ko-Kore-KR" dirty="0"/>
              <a:t>Reviews the process description for compliance with organizational </a:t>
            </a:r>
            <a:r>
              <a:rPr lang="en-US" altLang="ko-Kore-KR" u="sng" dirty="0"/>
              <a:t>policy</a:t>
            </a:r>
            <a:r>
              <a:rPr lang="en-US" altLang="ko-Kore-KR" dirty="0"/>
              <a:t>, internal software </a:t>
            </a:r>
            <a:r>
              <a:rPr lang="en-US" altLang="ko-Kore-KR" u="sng" dirty="0"/>
              <a:t>standards</a:t>
            </a:r>
            <a:r>
              <a:rPr lang="en-US" altLang="ko-Kore-KR" dirty="0"/>
              <a:t>, externally imposed standards (e.g., ISO-9001), and other parts of the software project </a:t>
            </a:r>
            <a:r>
              <a:rPr lang="en-US" altLang="ko-Kore-KR" u="sng" dirty="0"/>
              <a:t>plan</a:t>
            </a:r>
          </a:p>
          <a:p>
            <a:endParaRPr kumimoji="1" lang="ko-Kore-KR" altLang="en-US" dirty="0"/>
          </a:p>
        </p:txBody>
      </p:sp>
      <p:sp>
        <p:nvSpPr>
          <p:cNvPr id="4" name="날짜 개체 틀 3">
            <a:extLst>
              <a:ext uri="{FF2B5EF4-FFF2-40B4-BE49-F238E27FC236}">
                <a16:creationId xmlns:a16="http://schemas.microsoft.com/office/drawing/2014/main" id="{B52D186B-3328-9C42-A47B-36C48D85FD5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DC2BA79B-1788-764D-97B5-5B88A5EB7D5F}"/>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F2FD2E42-0A81-6645-B89F-077A0C8EB060}"/>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5</a:t>
            </a:fld>
            <a:endParaRPr lang="ko-KR" altLang="en-US" dirty="0"/>
          </a:p>
        </p:txBody>
      </p:sp>
      <p:sp>
        <p:nvSpPr>
          <p:cNvPr id="7" name="Rectangle 8">
            <a:extLst>
              <a:ext uri="{FF2B5EF4-FFF2-40B4-BE49-F238E27FC236}">
                <a16:creationId xmlns:a16="http://schemas.microsoft.com/office/drawing/2014/main" id="{304E132A-8492-894A-BFC0-53D757BA1526}"/>
              </a:ext>
            </a:extLst>
          </p:cNvPr>
          <p:cNvSpPr>
            <a:spLocks noChangeArrowheads="1"/>
          </p:cNvSpPr>
          <p:nvPr/>
        </p:nvSpPr>
        <p:spPr bwMode="auto">
          <a:xfrm>
            <a:off x="8005448" y="6328943"/>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grpSp>
        <p:nvGrpSpPr>
          <p:cNvPr id="12" name="그룹 11">
            <a:extLst>
              <a:ext uri="{FF2B5EF4-FFF2-40B4-BE49-F238E27FC236}">
                <a16:creationId xmlns:a16="http://schemas.microsoft.com/office/drawing/2014/main" id="{9F223D69-6FFB-5448-A4FE-E6DFC913B307}"/>
              </a:ext>
            </a:extLst>
          </p:cNvPr>
          <p:cNvGrpSpPr/>
          <p:nvPr/>
        </p:nvGrpSpPr>
        <p:grpSpPr>
          <a:xfrm>
            <a:off x="9671445" y="946458"/>
            <a:ext cx="2483457" cy="2301837"/>
            <a:chOff x="9671445" y="946458"/>
            <a:chExt cx="2483457" cy="2301837"/>
          </a:xfrm>
        </p:grpSpPr>
        <p:pic>
          <p:nvPicPr>
            <p:cNvPr id="8" name="그림 7">
              <a:extLst>
                <a:ext uri="{FF2B5EF4-FFF2-40B4-BE49-F238E27FC236}">
                  <a16:creationId xmlns:a16="http://schemas.microsoft.com/office/drawing/2014/main" id="{5E6F542F-520C-8C40-BE6A-0216C30288A3}"/>
                </a:ext>
              </a:extLst>
            </p:cNvPr>
            <p:cNvPicPr>
              <a:picLocks noChangeAspect="1"/>
            </p:cNvPicPr>
            <p:nvPr/>
          </p:nvPicPr>
          <p:blipFill>
            <a:blip r:embed="rId3"/>
            <a:stretch>
              <a:fillRect/>
            </a:stretch>
          </p:blipFill>
          <p:spPr>
            <a:xfrm>
              <a:off x="9671445" y="946458"/>
              <a:ext cx="2365978" cy="2103092"/>
            </a:xfrm>
            <a:prstGeom prst="rect">
              <a:avLst/>
            </a:prstGeom>
          </p:spPr>
        </p:pic>
        <p:sp>
          <p:nvSpPr>
            <p:cNvPr id="10" name="직사각형 9">
              <a:extLst>
                <a:ext uri="{FF2B5EF4-FFF2-40B4-BE49-F238E27FC236}">
                  <a16:creationId xmlns:a16="http://schemas.microsoft.com/office/drawing/2014/main" id="{1722994F-D42A-E747-8B09-F9750A59B438}"/>
                </a:ext>
              </a:extLst>
            </p:cNvPr>
            <p:cNvSpPr/>
            <p:nvPr/>
          </p:nvSpPr>
          <p:spPr>
            <a:xfrm>
              <a:off x="9788925" y="3063629"/>
              <a:ext cx="2365977" cy="184666"/>
            </a:xfrm>
            <a:prstGeom prst="rect">
              <a:avLst/>
            </a:prstGeom>
          </p:spPr>
          <p:txBody>
            <a:bodyPr wrap="square">
              <a:spAutoFit/>
            </a:bodyPr>
            <a:lstStyle/>
            <a:p>
              <a:r>
                <a:rPr lang="ko-Kore-KR" altLang="en-US" sz="600" dirty="0">
                  <a:solidFill>
                    <a:schemeClr val="bg1">
                      <a:lumMod val="65000"/>
                    </a:schemeClr>
                  </a:solidFill>
                  <a:latin typeface="Arial" panose="020B0604020202020204" pitchFamily="34" charset="0"/>
                  <a:cs typeface="Arial" panose="020B0604020202020204" pitchFamily="34" charset="0"/>
                </a:rPr>
                <a:t>https://www.tangylife.com/blog/best-baking-measuring-tools/</a:t>
              </a:r>
            </a:p>
          </p:txBody>
        </p:sp>
      </p:grpSp>
      <p:grpSp>
        <p:nvGrpSpPr>
          <p:cNvPr id="13" name="그룹 12">
            <a:extLst>
              <a:ext uri="{FF2B5EF4-FFF2-40B4-BE49-F238E27FC236}">
                <a16:creationId xmlns:a16="http://schemas.microsoft.com/office/drawing/2014/main" id="{95DC0867-2836-A642-8C61-E7D44290E362}"/>
              </a:ext>
            </a:extLst>
          </p:cNvPr>
          <p:cNvGrpSpPr/>
          <p:nvPr/>
        </p:nvGrpSpPr>
        <p:grpSpPr>
          <a:xfrm>
            <a:off x="9934519" y="3420858"/>
            <a:ext cx="2025987" cy="3148476"/>
            <a:chOff x="9934519" y="3420858"/>
            <a:chExt cx="2025987" cy="3148476"/>
          </a:xfrm>
        </p:grpSpPr>
        <p:pic>
          <p:nvPicPr>
            <p:cNvPr id="1028" name="Picture 4" descr="Cooking recipe Menu Dinner Food manual blog Template | PosterMyWall">
              <a:extLst>
                <a:ext uri="{FF2B5EF4-FFF2-40B4-BE49-F238E27FC236}">
                  <a16:creationId xmlns:a16="http://schemas.microsoft.com/office/drawing/2014/main" id="{5E132563-F8FD-AA4A-A970-3E2888F25A6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34519" y="3420858"/>
              <a:ext cx="2025986" cy="2871477"/>
            </a:xfrm>
            <a:prstGeom prst="rect">
              <a:avLst/>
            </a:prstGeom>
            <a:noFill/>
            <a:extLst>
              <a:ext uri="{909E8E84-426E-40DD-AFC4-6F175D3DCCD1}">
                <a14:hiddenFill xmlns:a14="http://schemas.microsoft.com/office/drawing/2010/main">
                  <a:solidFill>
                    <a:srgbClr val="FFFFFF"/>
                  </a:solidFill>
                </a14:hiddenFill>
              </a:ext>
            </a:extLst>
          </p:spPr>
        </p:pic>
        <p:sp>
          <p:nvSpPr>
            <p:cNvPr id="11" name="직사각형 10">
              <a:extLst>
                <a:ext uri="{FF2B5EF4-FFF2-40B4-BE49-F238E27FC236}">
                  <a16:creationId xmlns:a16="http://schemas.microsoft.com/office/drawing/2014/main" id="{6CD0493C-CFC5-0A48-9895-E2323E47D1A3}"/>
                </a:ext>
              </a:extLst>
            </p:cNvPr>
            <p:cNvSpPr/>
            <p:nvPr/>
          </p:nvSpPr>
          <p:spPr>
            <a:xfrm>
              <a:off x="9934519" y="6292335"/>
              <a:ext cx="2025987" cy="276999"/>
            </a:xfrm>
            <a:prstGeom prst="rect">
              <a:avLst/>
            </a:prstGeom>
          </p:spPr>
          <p:txBody>
            <a:bodyPr wrap="square">
              <a:spAutoFit/>
            </a:bodyPr>
            <a:lstStyle/>
            <a:p>
              <a:r>
                <a:rPr lang="ko-Kore-KR" altLang="en-US" sz="600" dirty="0">
                  <a:solidFill>
                    <a:schemeClr val="bg1">
                      <a:lumMod val="65000"/>
                    </a:schemeClr>
                  </a:solidFill>
                  <a:latin typeface="Arial" panose="020B0604020202020204" pitchFamily="34" charset="0"/>
                  <a:cs typeface="Arial" panose="020B0604020202020204" pitchFamily="34" charset="0"/>
                </a:rPr>
                <a:t>https://www.postermywall.com/index.php/posterbuilder/copy/60eaad5688764f4ce14f3e157127bd02</a:t>
              </a:r>
            </a:p>
          </p:txBody>
        </p:sp>
      </p:grpSp>
    </p:spTree>
    <p:extLst>
      <p:ext uri="{BB962C8B-B14F-4D97-AF65-F5344CB8AC3E}">
        <p14:creationId xmlns:p14="http://schemas.microsoft.com/office/powerpoint/2010/main" val="330858529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67CBCF-F51C-7244-8746-299B41CF2474}"/>
              </a:ext>
            </a:extLst>
          </p:cNvPr>
          <p:cNvSpPr>
            <a:spLocks noGrp="1"/>
          </p:cNvSpPr>
          <p:nvPr>
            <p:ph type="title"/>
          </p:nvPr>
        </p:nvSpPr>
        <p:spPr/>
        <p:txBody>
          <a:bodyPr/>
          <a:lstStyle/>
          <a:p>
            <a:r>
              <a:rPr lang="en-US" altLang="ko-Kore-KR" dirty="0"/>
              <a:t>SQA Tasks </a:t>
            </a:r>
            <a:r>
              <a:rPr lang="en-US" altLang="ko-Kore-KR" sz="2000" dirty="0"/>
              <a:t>(2/2)</a:t>
            </a:r>
            <a:endParaRPr kumimoji="1" lang="ko-Kore-KR" altLang="en-US" dirty="0"/>
          </a:p>
        </p:txBody>
      </p:sp>
      <p:sp>
        <p:nvSpPr>
          <p:cNvPr id="3" name="내용 개체 틀 2">
            <a:extLst>
              <a:ext uri="{FF2B5EF4-FFF2-40B4-BE49-F238E27FC236}">
                <a16:creationId xmlns:a16="http://schemas.microsoft.com/office/drawing/2014/main" id="{92B1BAFB-7CB4-E045-B939-DDA3F3B86953}"/>
              </a:ext>
            </a:extLst>
          </p:cNvPr>
          <p:cNvSpPr>
            <a:spLocks noGrp="1"/>
          </p:cNvSpPr>
          <p:nvPr>
            <p:ph idx="1"/>
          </p:nvPr>
        </p:nvSpPr>
        <p:spPr>
          <a:xfrm>
            <a:off x="609601" y="2438400"/>
            <a:ext cx="11055018" cy="4215608"/>
          </a:xfrm>
        </p:spPr>
        <p:txBody>
          <a:bodyPr>
            <a:normAutofit/>
          </a:bodyPr>
          <a:lstStyle/>
          <a:p>
            <a:r>
              <a:rPr lang="en-US" altLang="ko-Kore-KR" dirty="0">
                <a:solidFill>
                  <a:srgbClr val="0432FF"/>
                </a:solidFill>
              </a:rPr>
              <a:t>Audits designated software work products</a:t>
            </a:r>
            <a:r>
              <a:rPr lang="en-US" altLang="ko-Kore-KR" dirty="0"/>
              <a:t> to verify compliance with those defined as part of the software process</a:t>
            </a:r>
          </a:p>
          <a:p>
            <a:pPr lvl="1">
              <a:spcBef>
                <a:spcPts val="300"/>
              </a:spcBef>
            </a:pPr>
            <a:r>
              <a:rPr lang="en-US" altLang="ko-Kore-KR" u="sng" dirty="0"/>
              <a:t>Reviews selected work products</a:t>
            </a:r>
            <a:r>
              <a:rPr lang="en-US" altLang="ko-Kore-KR" dirty="0"/>
              <a:t>; identifies, documents, and tracks deviations; verifies that corrections have been made</a:t>
            </a:r>
          </a:p>
          <a:p>
            <a:pPr lvl="1">
              <a:spcBef>
                <a:spcPts val="300"/>
              </a:spcBef>
            </a:pPr>
            <a:r>
              <a:rPr lang="en-US" altLang="ko-Kore-KR" u="sng" dirty="0"/>
              <a:t>Periodically reports</a:t>
            </a:r>
            <a:r>
              <a:rPr lang="en-US" altLang="ko-Kore-KR" dirty="0"/>
              <a:t> the results of its work to the project manager</a:t>
            </a:r>
          </a:p>
          <a:p>
            <a:r>
              <a:rPr lang="en-US" altLang="ko-Kore-KR" dirty="0"/>
              <a:t>Ensures that deviations in software work and work products are </a:t>
            </a:r>
            <a:r>
              <a:rPr lang="en-US" altLang="ko-Kore-KR" u="sng" dirty="0"/>
              <a:t>documented</a:t>
            </a:r>
            <a:r>
              <a:rPr lang="en-US" altLang="ko-Kore-KR" dirty="0"/>
              <a:t> and handled according to a documented procedure</a:t>
            </a:r>
          </a:p>
          <a:p>
            <a:r>
              <a:rPr lang="en-US" altLang="ko-Kore-KR" dirty="0"/>
              <a:t>Records any noncompliance and </a:t>
            </a:r>
            <a:r>
              <a:rPr lang="en-US" altLang="ko-Kore-KR" dirty="0">
                <a:solidFill>
                  <a:srgbClr val="0432FF"/>
                </a:solidFill>
              </a:rPr>
              <a:t>reports to senior management</a:t>
            </a:r>
          </a:p>
          <a:p>
            <a:pPr lvl="1">
              <a:spcBef>
                <a:spcPts val="300"/>
              </a:spcBef>
            </a:pPr>
            <a:r>
              <a:rPr lang="en-US" altLang="ko-Kore-KR" dirty="0"/>
              <a:t>Noncompliance items are tracked until they are resolved</a:t>
            </a:r>
          </a:p>
          <a:p>
            <a:endParaRPr kumimoji="1" lang="ko-Kore-KR" altLang="en-US" dirty="0"/>
          </a:p>
        </p:txBody>
      </p:sp>
      <p:sp>
        <p:nvSpPr>
          <p:cNvPr id="4" name="날짜 개체 틀 3">
            <a:extLst>
              <a:ext uri="{FF2B5EF4-FFF2-40B4-BE49-F238E27FC236}">
                <a16:creationId xmlns:a16="http://schemas.microsoft.com/office/drawing/2014/main" id="{18BA972E-57E8-624D-B337-1E3586D8C68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7D8A70F3-3713-C146-ADAC-BD9E7802D168}"/>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5E12BA9E-8791-7D46-8F6B-8C6A89D2344A}"/>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6</a:t>
            </a:fld>
            <a:endParaRPr lang="ko-KR" altLang="en-US" dirty="0"/>
          </a:p>
        </p:txBody>
      </p:sp>
      <p:sp>
        <p:nvSpPr>
          <p:cNvPr id="7" name="Rectangle 8">
            <a:extLst>
              <a:ext uri="{FF2B5EF4-FFF2-40B4-BE49-F238E27FC236}">
                <a16:creationId xmlns:a16="http://schemas.microsoft.com/office/drawing/2014/main" id="{7A83F933-8936-BC4F-9A4D-FCD1D9910688}"/>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pic>
        <p:nvPicPr>
          <p:cNvPr id="2050" name="Picture 2" descr="Happy, humble and healthy'">
            <a:extLst>
              <a:ext uri="{FF2B5EF4-FFF2-40B4-BE49-F238E27FC236}">
                <a16:creationId xmlns:a16="http://schemas.microsoft.com/office/drawing/2014/main" id="{BA56233C-329C-1444-8610-CCC69D4136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835"/>
          <a:stretch/>
        </p:blipFill>
        <p:spPr bwMode="auto">
          <a:xfrm>
            <a:off x="8802340" y="95850"/>
            <a:ext cx="3365023" cy="1766637"/>
          </a:xfrm>
          <a:prstGeom prst="rect">
            <a:avLst/>
          </a:prstGeom>
          <a:noFill/>
          <a:extLst>
            <a:ext uri="{909E8E84-426E-40DD-AFC4-6F175D3DCCD1}">
              <a14:hiddenFill xmlns:a14="http://schemas.microsoft.com/office/drawing/2010/main">
                <a:solidFill>
                  <a:srgbClr val="FFFFFF"/>
                </a:solidFill>
              </a14:hiddenFill>
            </a:ext>
          </a:extLst>
        </p:spPr>
      </p:pic>
      <p:sp>
        <p:nvSpPr>
          <p:cNvPr id="8" name="직사각형 7">
            <a:extLst>
              <a:ext uri="{FF2B5EF4-FFF2-40B4-BE49-F238E27FC236}">
                <a16:creationId xmlns:a16="http://schemas.microsoft.com/office/drawing/2014/main" id="{D7E8296A-87CD-7C45-9342-E19FE52C14CB}"/>
              </a:ext>
            </a:extLst>
          </p:cNvPr>
          <p:cNvSpPr/>
          <p:nvPr/>
        </p:nvSpPr>
        <p:spPr>
          <a:xfrm>
            <a:off x="609600" y="699488"/>
            <a:ext cx="8229600" cy="1766637"/>
          </a:xfrm>
          <a:prstGeom prst="rect">
            <a:avLst/>
          </a:prstGeom>
        </p:spPr>
        <p:txBody>
          <a:bodyPr wrap="square">
            <a:spAutoFit/>
          </a:bodyPr>
          <a:lstStyle/>
          <a:p>
            <a:pPr marL="342900" lvl="0" indent="-342900">
              <a:spcBef>
                <a:spcPts val="1272"/>
              </a:spcBef>
              <a:buFont typeface="Arial" panose="020B0604020202020204" pitchFamily="34" charset="0"/>
              <a:buChar char="•"/>
            </a:pPr>
            <a:r>
              <a:rPr kumimoji="1" lang="en-US" altLang="ko-Kore-KR" sz="2800" dirty="0">
                <a:solidFill>
                  <a:srgbClr val="0432FF"/>
                </a:solidFill>
                <a:latin typeface="Arial" charset="0"/>
                <a:cs typeface="Arial" charset="0"/>
              </a:rPr>
              <a:t>Reviews software engineering activities</a:t>
            </a:r>
            <a:r>
              <a:rPr kumimoji="1" lang="en-US" altLang="ko-Kore-KR" sz="2800" dirty="0">
                <a:solidFill>
                  <a:prstClr val="black"/>
                </a:solidFill>
                <a:latin typeface="Arial" charset="0"/>
                <a:cs typeface="Arial" charset="0"/>
              </a:rPr>
              <a:t> to verify compliance with the defined software process</a:t>
            </a:r>
          </a:p>
          <a:p>
            <a:pPr marL="742950" lvl="1" indent="-285750">
              <a:spcBef>
                <a:spcPts val="300"/>
              </a:spcBef>
              <a:buFont typeface="Arial" panose="020B0604020202020204" pitchFamily="34" charset="0"/>
              <a:buChar char="–"/>
            </a:pPr>
            <a:r>
              <a:rPr kumimoji="1" lang="en-US" altLang="ko-Kore-KR" sz="2400" dirty="0">
                <a:solidFill>
                  <a:prstClr val="black"/>
                </a:solidFill>
                <a:latin typeface="Arial" charset="0"/>
                <a:cs typeface="Arial" charset="0"/>
              </a:rPr>
              <a:t>Identifies, documents, and tracks deviations from the process and verifies that corrections have been made</a:t>
            </a:r>
          </a:p>
        </p:txBody>
      </p:sp>
      <p:sp>
        <p:nvSpPr>
          <p:cNvPr id="9" name="직사각형 8">
            <a:extLst>
              <a:ext uri="{FF2B5EF4-FFF2-40B4-BE49-F238E27FC236}">
                <a16:creationId xmlns:a16="http://schemas.microsoft.com/office/drawing/2014/main" id="{8AD00C13-4442-954A-9E67-180FCE741EBD}"/>
              </a:ext>
            </a:extLst>
          </p:cNvPr>
          <p:cNvSpPr/>
          <p:nvPr/>
        </p:nvSpPr>
        <p:spPr>
          <a:xfrm>
            <a:off x="9245600" y="1883269"/>
            <a:ext cx="2819400" cy="184666"/>
          </a:xfrm>
          <a:prstGeom prst="rect">
            <a:avLst/>
          </a:prstGeom>
        </p:spPr>
        <p:txBody>
          <a:bodyPr wrap="square">
            <a:spAutoFit/>
          </a:bodyPr>
          <a:lstStyle/>
          <a:p>
            <a:r>
              <a:rPr lang="ko-Kore-KR" altLang="en-US" sz="600" dirty="0">
                <a:solidFill>
                  <a:schemeClr val="bg1">
                    <a:lumMod val="65000"/>
                  </a:schemeClr>
                </a:solidFill>
                <a:latin typeface="Arial" panose="020B0604020202020204" pitchFamily="34" charset="0"/>
                <a:cs typeface="Arial" panose="020B0604020202020204" pitchFamily="34" charset="0"/>
              </a:rPr>
              <a:t>https://www.koreatimes.co.kr/www/nation/2018/06/617_202747.html</a:t>
            </a:r>
          </a:p>
        </p:txBody>
      </p:sp>
    </p:spTree>
    <p:extLst>
      <p:ext uri="{BB962C8B-B14F-4D97-AF65-F5344CB8AC3E}">
        <p14:creationId xmlns:p14="http://schemas.microsoft.com/office/powerpoint/2010/main" val="254346740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8ED1DB-1CB8-6E4E-ADE3-DE2ABE3225B4}"/>
              </a:ext>
            </a:extLst>
          </p:cNvPr>
          <p:cNvSpPr>
            <a:spLocks noGrp="1"/>
          </p:cNvSpPr>
          <p:nvPr>
            <p:ph type="title"/>
          </p:nvPr>
        </p:nvSpPr>
        <p:spPr/>
        <p:txBody>
          <a:bodyPr/>
          <a:lstStyle/>
          <a:p>
            <a:r>
              <a:rPr lang="en-US" altLang="ko-Kore-KR" dirty="0"/>
              <a:t>SQA Goals</a:t>
            </a:r>
            <a:endParaRPr kumimoji="1" lang="ko-Kore-KR" altLang="en-US" dirty="0"/>
          </a:p>
        </p:txBody>
      </p:sp>
      <p:sp>
        <p:nvSpPr>
          <p:cNvPr id="3" name="내용 개체 틀 2">
            <a:extLst>
              <a:ext uri="{FF2B5EF4-FFF2-40B4-BE49-F238E27FC236}">
                <a16:creationId xmlns:a16="http://schemas.microsoft.com/office/drawing/2014/main" id="{0975FA0B-33C7-C942-A022-CEB072D4B44D}"/>
              </a:ext>
            </a:extLst>
          </p:cNvPr>
          <p:cNvSpPr>
            <a:spLocks noGrp="1"/>
          </p:cNvSpPr>
          <p:nvPr>
            <p:ph idx="1"/>
          </p:nvPr>
        </p:nvSpPr>
        <p:spPr/>
        <p:txBody>
          <a:bodyPr>
            <a:normAutofit/>
          </a:bodyPr>
          <a:lstStyle/>
          <a:p>
            <a:r>
              <a:rPr lang="en-US" altLang="ko-Kore-KR" b="1" dirty="0">
                <a:solidFill>
                  <a:srgbClr val="0432FF"/>
                </a:solidFill>
              </a:rPr>
              <a:t>Requirements quality</a:t>
            </a:r>
            <a:r>
              <a:rPr lang="en-US" altLang="ko-Kore-KR" dirty="0"/>
              <a:t>. The </a:t>
            </a:r>
            <a:r>
              <a:rPr lang="en-US" altLang="ko-Kore-KR" u="sng" dirty="0"/>
              <a:t>correctness</a:t>
            </a:r>
            <a:r>
              <a:rPr lang="en-US" altLang="ko-Kore-KR" dirty="0"/>
              <a:t>, </a:t>
            </a:r>
            <a:r>
              <a:rPr lang="en-US" altLang="ko-Kore-KR" u="sng" dirty="0"/>
              <a:t>completeness</a:t>
            </a:r>
            <a:r>
              <a:rPr lang="en-US" altLang="ko-Kore-KR" dirty="0"/>
              <a:t>, and </a:t>
            </a:r>
            <a:r>
              <a:rPr lang="en-US" altLang="ko-Kore-KR" u="sng" dirty="0"/>
              <a:t>consistency</a:t>
            </a:r>
            <a:r>
              <a:rPr lang="en-US" altLang="ko-Kore-KR" dirty="0"/>
              <a:t> of the requirements model will have a strong influence on the quality of all work products</a:t>
            </a:r>
          </a:p>
          <a:p>
            <a:r>
              <a:rPr lang="en-US" altLang="ko-Kore-KR" b="1" dirty="0">
                <a:solidFill>
                  <a:srgbClr val="0432FF"/>
                </a:solidFill>
              </a:rPr>
              <a:t>Design quality</a:t>
            </a:r>
            <a:r>
              <a:rPr lang="en-US" altLang="ko-Kore-KR" dirty="0"/>
              <a:t>. To ensure that it exhibits high quality and that the design itself </a:t>
            </a:r>
            <a:r>
              <a:rPr lang="en-US" altLang="ko-Kore-KR" u="sng" dirty="0"/>
              <a:t>conforms to requirements</a:t>
            </a:r>
          </a:p>
          <a:p>
            <a:r>
              <a:rPr lang="en-US" altLang="ko-Kore-KR" b="1" dirty="0">
                <a:solidFill>
                  <a:srgbClr val="0432FF"/>
                </a:solidFill>
              </a:rPr>
              <a:t>Code quality</a:t>
            </a:r>
            <a:r>
              <a:rPr lang="en-US" altLang="ko-Kore-KR" dirty="0"/>
              <a:t>. Source code and related work products must </a:t>
            </a:r>
            <a:r>
              <a:rPr lang="en-US" altLang="ko-Kore-KR" u="sng" dirty="0"/>
              <a:t>conform to local coding standards</a:t>
            </a:r>
            <a:r>
              <a:rPr lang="en-US" altLang="ko-Kore-KR" dirty="0"/>
              <a:t> and exhibit characteristics that will facilitate maintainability</a:t>
            </a:r>
          </a:p>
          <a:p>
            <a:r>
              <a:rPr lang="en-US" altLang="ko-Kore-KR" b="1" dirty="0">
                <a:solidFill>
                  <a:srgbClr val="0432FF"/>
                </a:solidFill>
              </a:rPr>
              <a:t>Quality control effectiveness</a:t>
            </a:r>
            <a:r>
              <a:rPr lang="en-US" altLang="ko-Kore-KR" dirty="0"/>
              <a:t>. A software team should </a:t>
            </a:r>
            <a:r>
              <a:rPr lang="en-US" altLang="ko-Kore-KR" u="sng" dirty="0"/>
              <a:t>apply limited resources</a:t>
            </a:r>
            <a:r>
              <a:rPr lang="en-US" altLang="ko-Kore-KR" dirty="0"/>
              <a:t> in a way that has the highest likelihood of achieving a high quality result</a:t>
            </a:r>
          </a:p>
          <a:p>
            <a:endParaRPr kumimoji="1" lang="ko-Kore-KR" altLang="en-US" dirty="0"/>
          </a:p>
        </p:txBody>
      </p:sp>
      <p:sp>
        <p:nvSpPr>
          <p:cNvPr id="4" name="날짜 개체 틀 3">
            <a:extLst>
              <a:ext uri="{FF2B5EF4-FFF2-40B4-BE49-F238E27FC236}">
                <a16:creationId xmlns:a16="http://schemas.microsoft.com/office/drawing/2014/main" id="{B52D186B-3328-9C42-A47B-36C48D85FD5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DC2BA79B-1788-764D-97B5-5B88A5EB7D5F}"/>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F2FD2E42-0A81-6645-B89F-077A0C8EB060}"/>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7</a:t>
            </a:fld>
            <a:endParaRPr lang="ko-KR" altLang="en-US" dirty="0"/>
          </a:p>
        </p:txBody>
      </p:sp>
      <p:sp>
        <p:nvSpPr>
          <p:cNvPr id="7" name="Rectangle 8">
            <a:extLst>
              <a:ext uri="{FF2B5EF4-FFF2-40B4-BE49-F238E27FC236}">
                <a16:creationId xmlns:a16="http://schemas.microsoft.com/office/drawing/2014/main" id="{304E132A-8492-894A-BFC0-53D757BA1526}"/>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spTree>
    <p:extLst>
      <p:ext uri="{BB962C8B-B14F-4D97-AF65-F5344CB8AC3E}">
        <p14:creationId xmlns:p14="http://schemas.microsoft.com/office/powerpoint/2010/main" val="146379090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67CBCF-F51C-7244-8746-299B41CF2474}"/>
              </a:ext>
            </a:extLst>
          </p:cNvPr>
          <p:cNvSpPr>
            <a:spLocks noGrp="1"/>
          </p:cNvSpPr>
          <p:nvPr>
            <p:ph type="title"/>
          </p:nvPr>
        </p:nvSpPr>
        <p:spPr/>
        <p:txBody>
          <a:bodyPr/>
          <a:lstStyle/>
          <a:p>
            <a:r>
              <a:rPr lang="en-US" altLang="ko-Kore-KR" dirty="0"/>
              <a:t>Formal SQA</a:t>
            </a:r>
            <a:endParaRPr kumimoji="1" lang="ko-Kore-KR" altLang="en-US" dirty="0"/>
          </a:p>
        </p:txBody>
      </p:sp>
      <p:sp>
        <p:nvSpPr>
          <p:cNvPr id="3" name="내용 개체 틀 2">
            <a:extLst>
              <a:ext uri="{FF2B5EF4-FFF2-40B4-BE49-F238E27FC236}">
                <a16:creationId xmlns:a16="http://schemas.microsoft.com/office/drawing/2014/main" id="{92B1BAFB-7CB4-E045-B939-DDA3F3B86953}"/>
              </a:ext>
            </a:extLst>
          </p:cNvPr>
          <p:cNvSpPr>
            <a:spLocks noGrp="1"/>
          </p:cNvSpPr>
          <p:nvPr>
            <p:ph idx="1"/>
          </p:nvPr>
        </p:nvSpPr>
        <p:spPr>
          <a:xfrm>
            <a:off x="609601" y="914400"/>
            <a:ext cx="7839698" cy="5410200"/>
          </a:xfrm>
        </p:spPr>
        <p:txBody>
          <a:bodyPr>
            <a:normAutofit/>
          </a:bodyPr>
          <a:lstStyle/>
          <a:p>
            <a:r>
              <a:rPr lang="en-US" altLang="ko-Kore-KR" dirty="0"/>
              <a:t>Assumes that a </a:t>
            </a:r>
            <a:r>
              <a:rPr lang="en-US" altLang="ko-Kore-KR" u="sng" dirty="0"/>
              <a:t>rigorous syntax and semantics</a:t>
            </a:r>
            <a:r>
              <a:rPr lang="en-US" altLang="ko-Kore-KR" dirty="0"/>
              <a:t> can be defined for every programming language</a:t>
            </a:r>
          </a:p>
          <a:p>
            <a:r>
              <a:rPr lang="en-US" altLang="ko-Kore-KR" dirty="0"/>
              <a:t>Allows the use of a </a:t>
            </a:r>
            <a:r>
              <a:rPr lang="en-US" altLang="ko-Kore-KR" u="sng" dirty="0">
                <a:solidFill>
                  <a:srgbClr val="0432FF"/>
                </a:solidFill>
              </a:rPr>
              <a:t>rigorous approach</a:t>
            </a:r>
            <a:r>
              <a:rPr lang="en-US" altLang="ko-Kore-KR" dirty="0"/>
              <a:t> to the specification of software requirements</a:t>
            </a:r>
          </a:p>
          <a:p>
            <a:r>
              <a:rPr lang="en-US" altLang="ko-Kore-KR" dirty="0"/>
              <a:t>Applies </a:t>
            </a:r>
            <a:r>
              <a:rPr lang="en-US" altLang="ko-Kore-KR" u="sng" dirty="0">
                <a:solidFill>
                  <a:srgbClr val="0432FF"/>
                </a:solidFill>
              </a:rPr>
              <a:t>mathematical proof</a:t>
            </a:r>
            <a:r>
              <a:rPr lang="en-US" altLang="ko-Kore-KR" dirty="0"/>
              <a:t> of correctness techniques to demonstrate that a program conforms to its specification</a:t>
            </a:r>
          </a:p>
          <a:p>
            <a:endParaRPr kumimoji="1" lang="ko-Kore-KR" altLang="en-US" dirty="0"/>
          </a:p>
        </p:txBody>
      </p:sp>
      <p:sp>
        <p:nvSpPr>
          <p:cNvPr id="4" name="날짜 개체 틀 3">
            <a:extLst>
              <a:ext uri="{FF2B5EF4-FFF2-40B4-BE49-F238E27FC236}">
                <a16:creationId xmlns:a16="http://schemas.microsoft.com/office/drawing/2014/main" id="{18BA972E-57E8-624D-B337-1E3586D8C68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7D8A70F3-3713-C146-ADAC-BD9E7802D168}"/>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5E12BA9E-8791-7D46-8F6B-8C6A89D2344A}"/>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8</a:t>
            </a:fld>
            <a:endParaRPr lang="ko-KR" altLang="en-US" dirty="0"/>
          </a:p>
        </p:txBody>
      </p:sp>
      <p:sp>
        <p:nvSpPr>
          <p:cNvPr id="7" name="Rectangle 8">
            <a:extLst>
              <a:ext uri="{FF2B5EF4-FFF2-40B4-BE49-F238E27FC236}">
                <a16:creationId xmlns:a16="http://schemas.microsoft.com/office/drawing/2014/main" id="{7A83F933-8936-BC4F-9A4D-FCD1D9910688}"/>
              </a:ext>
            </a:extLst>
          </p:cNvPr>
          <p:cNvSpPr>
            <a:spLocks noChangeArrowheads="1"/>
          </p:cNvSpPr>
          <p:nvPr/>
        </p:nvSpPr>
        <p:spPr bwMode="auto">
          <a:xfrm>
            <a:off x="914400" y="6131739"/>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pic>
        <p:nvPicPr>
          <p:cNvPr id="3074" name="Picture 2">
            <a:extLst>
              <a:ext uri="{FF2B5EF4-FFF2-40B4-BE49-F238E27FC236}">
                <a16:creationId xmlns:a16="http://schemas.microsoft.com/office/drawing/2014/main" id="{21B3D60A-4657-684B-B00F-0F885FB627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5421"/>
          <a:stretch/>
        </p:blipFill>
        <p:spPr bwMode="auto">
          <a:xfrm>
            <a:off x="8449299" y="762000"/>
            <a:ext cx="3590301" cy="2909651"/>
          </a:xfrm>
          <a:prstGeom prst="rect">
            <a:avLst/>
          </a:prstGeom>
          <a:noFill/>
          <a:extLst>
            <a:ext uri="{909E8E84-426E-40DD-AFC4-6F175D3DCCD1}">
              <a14:hiddenFill xmlns:a14="http://schemas.microsoft.com/office/drawing/2010/main">
                <a:solidFill>
                  <a:srgbClr val="FFFFFF"/>
                </a:solidFill>
              </a14:hiddenFill>
            </a:ext>
          </a:extLst>
        </p:spPr>
      </p:pic>
      <p:sp>
        <p:nvSpPr>
          <p:cNvPr id="8" name="직사각형 7">
            <a:extLst>
              <a:ext uri="{FF2B5EF4-FFF2-40B4-BE49-F238E27FC236}">
                <a16:creationId xmlns:a16="http://schemas.microsoft.com/office/drawing/2014/main" id="{4539C8FE-8BB8-434E-A6D7-871AD264D4A6}"/>
              </a:ext>
            </a:extLst>
          </p:cNvPr>
          <p:cNvSpPr/>
          <p:nvPr/>
        </p:nvSpPr>
        <p:spPr>
          <a:xfrm>
            <a:off x="9144000" y="3429000"/>
            <a:ext cx="2743200" cy="172497"/>
          </a:xfrm>
          <a:prstGeom prst="rect">
            <a:avLst/>
          </a:prstGeom>
        </p:spPr>
        <p:txBody>
          <a:bodyPr wrap="square">
            <a:spAutoFit/>
          </a:bodyPr>
          <a:lstStyle/>
          <a:p>
            <a:r>
              <a:rPr lang="ko-Kore-KR" altLang="en-US" sz="500" dirty="0">
                <a:solidFill>
                  <a:schemeClr val="bg1">
                    <a:lumMod val="65000"/>
                  </a:schemeClr>
                </a:solidFill>
                <a:latin typeface="Arial" panose="020B0604020202020204" pitchFamily="34" charset="0"/>
                <a:cs typeface="Arial" panose="020B0604020202020204" pitchFamily="34" charset="0"/>
              </a:rPr>
              <a:t>https://www.neverletdown.net/2009/01/thoughts-on-formal-methods-in-software.html</a:t>
            </a:r>
          </a:p>
        </p:txBody>
      </p:sp>
      <p:pic>
        <p:nvPicPr>
          <p:cNvPr id="3076" name="Picture 4">
            <a:extLst>
              <a:ext uri="{FF2B5EF4-FFF2-40B4-BE49-F238E27FC236}">
                <a16:creationId xmlns:a16="http://schemas.microsoft.com/office/drawing/2014/main" id="{1D245F0A-E76C-694F-BE35-308468EC0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3930" y="3810000"/>
            <a:ext cx="2808469" cy="2421674"/>
          </a:xfrm>
          <a:prstGeom prst="rect">
            <a:avLst/>
          </a:prstGeom>
          <a:noFill/>
          <a:extLst>
            <a:ext uri="{909E8E84-426E-40DD-AFC4-6F175D3DCCD1}">
              <a14:hiddenFill xmlns:a14="http://schemas.microsoft.com/office/drawing/2010/main">
                <a:solidFill>
                  <a:srgbClr val="FFFFFF"/>
                </a:solidFill>
              </a14:hiddenFill>
            </a:ext>
          </a:extLst>
        </p:spPr>
      </p:pic>
      <p:sp>
        <p:nvSpPr>
          <p:cNvPr id="9" name="직사각형 8">
            <a:extLst>
              <a:ext uri="{FF2B5EF4-FFF2-40B4-BE49-F238E27FC236}">
                <a16:creationId xmlns:a16="http://schemas.microsoft.com/office/drawing/2014/main" id="{3B8FBF95-5832-FA44-AA0C-5C2F2AC10D54}"/>
              </a:ext>
            </a:extLst>
          </p:cNvPr>
          <p:cNvSpPr/>
          <p:nvPr/>
        </p:nvSpPr>
        <p:spPr>
          <a:xfrm>
            <a:off x="8991600" y="6204744"/>
            <a:ext cx="3200400" cy="215444"/>
          </a:xfrm>
          <a:prstGeom prst="rect">
            <a:avLst/>
          </a:prstGeom>
        </p:spPr>
        <p:txBody>
          <a:bodyPr wrap="square">
            <a:spAutoFit/>
          </a:bodyPr>
          <a:lstStyle/>
          <a:p>
            <a:r>
              <a:rPr lang="ko-Kore-KR" altLang="en-US" sz="400" dirty="0">
                <a:solidFill>
                  <a:schemeClr val="bg1">
                    <a:lumMod val="65000"/>
                  </a:schemeClr>
                </a:solidFill>
                <a:latin typeface="Arial" panose="020B0604020202020204" pitchFamily="34" charset="0"/>
                <a:cs typeface="Arial" panose="020B0604020202020204" pitchFamily="34" charset="0"/>
              </a:rPr>
              <a:t>https://www.researchgate.net/publication/265628720_Using_Task_Analytic_Behavior_Modeling_Erroneous_Human_Behavior_Generation_and_Formal_Methods_to_Evaluate_the_Role_of_Human-automation_Interaction_in_System_Failure/figures?lo=1</a:t>
            </a:r>
          </a:p>
        </p:txBody>
      </p:sp>
    </p:spTree>
    <p:extLst>
      <p:ext uri="{BB962C8B-B14F-4D97-AF65-F5344CB8AC3E}">
        <p14:creationId xmlns:p14="http://schemas.microsoft.com/office/powerpoint/2010/main" val="290115737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8ED1DB-1CB8-6E4E-ADE3-DE2ABE3225B4}"/>
              </a:ext>
            </a:extLst>
          </p:cNvPr>
          <p:cNvSpPr>
            <a:spLocks noGrp="1"/>
          </p:cNvSpPr>
          <p:nvPr>
            <p:ph type="title"/>
          </p:nvPr>
        </p:nvSpPr>
        <p:spPr/>
        <p:txBody>
          <a:bodyPr/>
          <a:lstStyle/>
          <a:p>
            <a:r>
              <a:rPr lang="en-US" altLang="ko-Kore-KR" dirty="0"/>
              <a:t>Statistical SQA</a:t>
            </a:r>
            <a:endParaRPr kumimoji="1" lang="ko-Kore-KR" altLang="en-US" dirty="0"/>
          </a:p>
        </p:txBody>
      </p:sp>
      <p:sp>
        <p:nvSpPr>
          <p:cNvPr id="3" name="내용 개체 틀 2">
            <a:extLst>
              <a:ext uri="{FF2B5EF4-FFF2-40B4-BE49-F238E27FC236}">
                <a16:creationId xmlns:a16="http://schemas.microsoft.com/office/drawing/2014/main" id="{0975FA0B-33C7-C942-A022-CEB072D4B44D}"/>
              </a:ext>
            </a:extLst>
          </p:cNvPr>
          <p:cNvSpPr>
            <a:spLocks noGrp="1"/>
          </p:cNvSpPr>
          <p:nvPr>
            <p:ph idx="1"/>
          </p:nvPr>
        </p:nvSpPr>
        <p:spPr/>
        <p:txBody>
          <a:bodyPr/>
          <a:lstStyle/>
          <a:p>
            <a:pPr marL="514350" indent="-514350">
              <a:buFont typeface="+mj-lt"/>
              <a:buAutoNum type="arabicPeriod"/>
            </a:pPr>
            <a:r>
              <a:rPr lang="en-US" altLang="ko-Kore-KR" u="sng" dirty="0"/>
              <a:t>Collect</a:t>
            </a:r>
            <a:r>
              <a:rPr lang="en-US" altLang="ko-Kore-KR" dirty="0"/>
              <a:t> and </a:t>
            </a:r>
            <a:r>
              <a:rPr lang="en-US" altLang="ko-Kore-KR" u="sng" dirty="0"/>
              <a:t>categorize</a:t>
            </a:r>
            <a:r>
              <a:rPr lang="en-US" altLang="ko-Kore-KR" dirty="0"/>
              <a:t> information about software errors and defects</a:t>
            </a:r>
          </a:p>
          <a:p>
            <a:pPr marL="514350" indent="-514350">
              <a:buFont typeface="+mj-lt"/>
              <a:buAutoNum type="arabicPeriod"/>
            </a:pPr>
            <a:r>
              <a:rPr lang="en-US" altLang="ko-Kore-KR" u="sng" dirty="0"/>
              <a:t>Trace</a:t>
            </a:r>
            <a:r>
              <a:rPr lang="en-US" altLang="ko-Kore-KR" dirty="0"/>
              <a:t> each error and defect to its </a:t>
            </a:r>
            <a:r>
              <a:rPr lang="en-US" altLang="ko-Kore-KR" u="sng" dirty="0"/>
              <a:t>underlying cause</a:t>
            </a:r>
            <a:r>
              <a:rPr lang="en-US" altLang="ko-Kore-KR" dirty="0"/>
              <a:t> (e.g., design error, violation of standards, non-conformance to specifications, poor communication with the customer)</a:t>
            </a:r>
          </a:p>
          <a:p>
            <a:pPr marL="514350" indent="-514350">
              <a:buFont typeface="+mj-lt"/>
              <a:buAutoNum type="arabicPeriod"/>
            </a:pPr>
            <a:r>
              <a:rPr lang="en-US" altLang="ko-Kore-KR" dirty="0"/>
              <a:t>Using the </a:t>
            </a:r>
            <a:r>
              <a:rPr lang="en-US" altLang="ko-Kore-KR" dirty="0">
                <a:solidFill>
                  <a:srgbClr val="0432FF"/>
                </a:solidFill>
              </a:rPr>
              <a:t>Pareto principle</a:t>
            </a:r>
            <a:r>
              <a:rPr lang="en-US" altLang="ko-Kore-KR" dirty="0"/>
              <a:t> (80 percent of the defects can be traced to 20 percent of all possible causes), </a:t>
            </a:r>
            <a:r>
              <a:rPr lang="en-US" altLang="ko-Kore-KR" u="sng" dirty="0"/>
              <a:t>isolate</a:t>
            </a:r>
            <a:r>
              <a:rPr lang="en-US" altLang="ko-Kore-KR" dirty="0"/>
              <a:t> the 20 percent (the vital few)</a:t>
            </a:r>
          </a:p>
          <a:p>
            <a:pPr marL="514350" indent="-514350">
              <a:buFont typeface="+mj-lt"/>
              <a:buAutoNum type="arabicPeriod"/>
            </a:pPr>
            <a:r>
              <a:rPr lang="en-US" altLang="ko-Kore-KR" u="sng" dirty="0"/>
              <a:t>Correct</a:t>
            </a:r>
            <a:r>
              <a:rPr lang="en-US" altLang="ko-Kore-KR" dirty="0"/>
              <a:t> the problems that caused the errors and defects</a:t>
            </a:r>
          </a:p>
          <a:p>
            <a:endParaRPr kumimoji="1" lang="ko-Kore-KR" altLang="en-US" dirty="0"/>
          </a:p>
        </p:txBody>
      </p:sp>
      <p:sp>
        <p:nvSpPr>
          <p:cNvPr id="4" name="날짜 개체 틀 3">
            <a:extLst>
              <a:ext uri="{FF2B5EF4-FFF2-40B4-BE49-F238E27FC236}">
                <a16:creationId xmlns:a16="http://schemas.microsoft.com/office/drawing/2014/main" id="{B52D186B-3328-9C42-A47B-36C48D85FD5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DC2BA79B-1788-764D-97B5-5B88A5EB7D5F}"/>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F2FD2E42-0A81-6645-B89F-077A0C8EB060}"/>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9</a:t>
            </a:fld>
            <a:endParaRPr lang="ko-KR" altLang="en-US" dirty="0"/>
          </a:p>
        </p:txBody>
      </p:sp>
      <p:sp>
        <p:nvSpPr>
          <p:cNvPr id="7" name="Rectangle 8">
            <a:extLst>
              <a:ext uri="{FF2B5EF4-FFF2-40B4-BE49-F238E27FC236}">
                <a16:creationId xmlns:a16="http://schemas.microsoft.com/office/drawing/2014/main" id="{304E132A-8492-894A-BFC0-53D757BA1526}"/>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spTree>
    <p:extLst>
      <p:ext uri="{BB962C8B-B14F-4D97-AF65-F5344CB8AC3E}">
        <p14:creationId xmlns:p14="http://schemas.microsoft.com/office/powerpoint/2010/main" val="250943982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67CBCF-F51C-7244-8746-299B41CF2474}"/>
              </a:ext>
            </a:extLst>
          </p:cNvPr>
          <p:cNvSpPr>
            <a:spLocks noGrp="1"/>
          </p:cNvSpPr>
          <p:nvPr>
            <p:ph type="title"/>
          </p:nvPr>
        </p:nvSpPr>
        <p:spPr/>
        <p:txBody>
          <a:bodyPr/>
          <a:lstStyle/>
          <a:p>
            <a:r>
              <a:rPr lang="en-US" altLang="ko-Kore-KR" dirty="0"/>
              <a:t>Six Sigma for Software Engineering </a:t>
            </a:r>
            <a:r>
              <a:rPr lang="en-US" altLang="ko-Kore-KR" sz="2000" dirty="0"/>
              <a:t>(1/3)</a:t>
            </a:r>
            <a:endParaRPr kumimoji="1" lang="ko-Kore-KR" altLang="en-US" dirty="0"/>
          </a:p>
        </p:txBody>
      </p:sp>
      <p:sp>
        <p:nvSpPr>
          <p:cNvPr id="3" name="내용 개체 틀 2">
            <a:extLst>
              <a:ext uri="{FF2B5EF4-FFF2-40B4-BE49-F238E27FC236}">
                <a16:creationId xmlns:a16="http://schemas.microsoft.com/office/drawing/2014/main" id="{92B1BAFB-7CB4-E045-B939-DDA3F3B86953}"/>
              </a:ext>
            </a:extLst>
          </p:cNvPr>
          <p:cNvSpPr>
            <a:spLocks noGrp="1"/>
          </p:cNvSpPr>
          <p:nvPr>
            <p:ph idx="1"/>
          </p:nvPr>
        </p:nvSpPr>
        <p:spPr>
          <a:xfrm>
            <a:off x="609600" y="838200"/>
            <a:ext cx="11055019" cy="1542791"/>
          </a:xfrm>
        </p:spPr>
        <p:txBody>
          <a:bodyPr/>
          <a:lstStyle/>
          <a:p>
            <a:r>
              <a:rPr lang="en-US" altLang="ko-Kore-KR" dirty="0"/>
              <a:t>The term “six sigma” is derived from six standard deviations from the mean – 3.4 instances (defects) per million occurrences - implying an </a:t>
            </a:r>
            <a:r>
              <a:rPr lang="en-US" altLang="ko-Kore-KR" u="sng" dirty="0"/>
              <a:t>extremely high quality standard</a:t>
            </a:r>
            <a:r>
              <a:rPr lang="en-US" altLang="ko-Kore-KR" dirty="0"/>
              <a:t> </a:t>
            </a:r>
          </a:p>
        </p:txBody>
      </p:sp>
      <p:sp>
        <p:nvSpPr>
          <p:cNvPr id="4" name="날짜 개체 틀 3">
            <a:extLst>
              <a:ext uri="{FF2B5EF4-FFF2-40B4-BE49-F238E27FC236}">
                <a16:creationId xmlns:a16="http://schemas.microsoft.com/office/drawing/2014/main" id="{18BA972E-57E8-624D-B337-1E3586D8C68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7D8A70F3-3713-C146-ADAC-BD9E7802D168}"/>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5E12BA9E-8791-7D46-8F6B-8C6A89D2344A}"/>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10</a:t>
            </a:fld>
            <a:endParaRPr lang="ko-KR" altLang="en-US" dirty="0"/>
          </a:p>
        </p:txBody>
      </p:sp>
      <p:sp>
        <p:nvSpPr>
          <p:cNvPr id="7" name="Rectangle 8">
            <a:extLst>
              <a:ext uri="{FF2B5EF4-FFF2-40B4-BE49-F238E27FC236}">
                <a16:creationId xmlns:a16="http://schemas.microsoft.com/office/drawing/2014/main" id="{7A83F933-8936-BC4F-9A4D-FCD1D9910688}"/>
              </a:ext>
            </a:extLst>
          </p:cNvPr>
          <p:cNvSpPr>
            <a:spLocks noChangeArrowheads="1"/>
          </p:cNvSpPr>
          <p:nvPr/>
        </p:nvSpPr>
        <p:spPr bwMode="auto">
          <a:xfrm>
            <a:off x="527381" y="61861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pic>
        <p:nvPicPr>
          <p:cNvPr id="4098" name="Picture 2" descr="Software Engineering | Six Sigma - javatpoint">
            <a:extLst>
              <a:ext uri="{FF2B5EF4-FFF2-40B4-BE49-F238E27FC236}">
                <a16:creationId xmlns:a16="http://schemas.microsoft.com/office/drawing/2014/main" id="{13781057-29B2-874F-930C-96DE1B2A1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9417" y="2380991"/>
            <a:ext cx="6101398" cy="3930709"/>
          </a:xfrm>
          <a:prstGeom prst="rect">
            <a:avLst/>
          </a:prstGeom>
          <a:noFill/>
          <a:extLst>
            <a:ext uri="{909E8E84-426E-40DD-AFC4-6F175D3DCCD1}">
              <a14:hiddenFill xmlns:a14="http://schemas.microsoft.com/office/drawing/2010/main">
                <a:solidFill>
                  <a:srgbClr val="FFFFFF"/>
                </a:solidFill>
              </a14:hiddenFill>
            </a:ext>
          </a:extLst>
        </p:spPr>
      </p:pic>
      <p:sp>
        <p:nvSpPr>
          <p:cNvPr id="9" name="직사각형 8">
            <a:extLst>
              <a:ext uri="{FF2B5EF4-FFF2-40B4-BE49-F238E27FC236}">
                <a16:creationId xmlns:a16="http://schemas.microsoft.com/office/drawing/2014/main" id="{E5C68240-EC33-7349-9F74-E591764633F4}"/>
              </a:ext>
            </a:extLst>
          </p:cNvPr>
          <p:cNvSpPr/>
          <p:nvPr/>
        </p:nvSpPr>
        <p:spPr>
          <a:xfrm>
            <a:off x="4528732" y="6311700"/>
            <a:ext cx="3048000" cy="215444"/>
          </a:xfrm>
          <a:prstGeom prst="rect">
            <a:avLst/>
          </a:prstGeom>
        </p:spPr>
        <p:txBody>
          <a:bodyPr wrap="square">
            <a:spAutoFit/>
          </a:bodyPr>
          <a:lstStyle/>
          <a:p>
            <a:r>
              <a:rPr lang="ko-Kore-KR" altLang="en-US" sz="800" dirty="0">
                <a:solidFill>
                  <a:schemeClr val="bg1">
                    <a:lumMod val="65000"/>
                  </a:schemeClr>
                </a:solidFill>
                <a:latin typeface="Arial" panose="020B0604020202020204" pitchFamily="34" charset="0"/>
                <a:cs typeface="Arial" panose="020B0604020202020204" pitchFamily="34" charset="0"/>
              </a:rPr>
              <a:t>https://www.javatpoint.com/software-engineering-six-sigma</a:t>
            </a:r>
          </a:p>
        </p:txBody>
      </p:sp>
    </p:spTree>
    <p:extLst>
      <p:ext uri="{BB962C8B-B14F-4D97-AF65-F5344CB8AC3E}">
        <p14:creationId xmlns:p14="http://schemas.microsoft.com/office/powerpoint/2010/main" val="253204117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67CBCF-F51C-7244-8746-299B41CF2474}"/>
              </a:ext>
            </a:extLst>
          </p:cNvPr>
          <p:cNvSpPr>
            <a:spLocks noGrp="1"/>
          </p:cNvSpPr>
          <p:nvPr>
            <p:ph type="title"/>
          </p:nvPr>
        </p:nvSpPr>
        <p:spPr/>
        <p:txBody>
          <a:bodyPr/>
          <a:lstStyle/>
          <a:p>
            <a:r>
              <a:rPr lang="en-US" altLang="ko-Kore-KR" dirty="0"/>
              <a:t>Six Sigma for Software Engineering </a:t>
            </a:r>
            <a:r>
              <a:rPr lang="en-US" altLang="ko-Kore-KR" sz="2000" dirty="0"/>
              <a:t>(2/3)</a:t>
            </a:r>
            <a:endParaRPr kumimoji="1" lang="ko-Kore-KR" altLang="en-US" dirty="0"/>
          </a:p>
        </p:txBody>
      </p:sp>
      <p:sp>
        <p:nvSpPr>
          <p:cNvPr id="3" name="내용 개체 틀 2">
            <a:extLst>
              <a:ext uri="{FF2B5EF4-FFF2-40B4-BE49-F238E27FC236}">
                <a16:creationId xmlns:a16="http://schemas.microsoft.com/office/drawing/2014/main" id="{92B1BAFB-7CB4-E045-B939-DDA3F3B86953}"/>
              </a:ext>
            </a:extLst>
          </p:cNvPr>
          <p:cNvSpPr>
            <a:spLocks noGrp="1"/>
          </p:cNvSpPr>
          <p:nvPr>
            <p:ph idx="1"/>
          </p:nvPr>
        </p:nvSpPr>
        <p:spPr>
          <a:xfrm>
            <a:off x="609600" y="838200"/>
            <a:ext cx="7576829" cy="5347900"/>
          </a:xfrm>
        </p:spPr>
        <p:txBody>
          <a:bodyPr>
            <a:normAutofit/>
          </a:bodyPr>
          <a:lstStyle/>
          <a:p>
            <a:pPr lvl="0"/>
            <a:r>
              <a:rPr lang="en-US" altLang="ko-Kore-KR" dirty="0">
                <a:solidFill>
                  <a:prstClr val="black"/>
                </a:solidFill>
              </a:rPr>
              <a:t>The three cores steps:</a:t>
            </a:r>
          </a:p>
          <a:p>
            <a:pPr lvl="1"/>
            <a:r>
              <a:rPr lang="en-US" altLang="ko-Kore-KR" dirty="0">
                <a:solidFill>
                  <a:srgbClr val="0432FF"/>
                </a:solidFill>
              </a:rPr>
              <a:t>Define</a:t>
            </a:r>
            <a:r>
              <a:rPr lang="en-US" altLang="ko-Kore-KR" dirty="0">
                <a:solidFill>
                  <a:prstClr val="black"/>
                </a:solidFill>
              </a:rPr>
              <a:t> customer </a:t>
            </a:r>
            <a:r>
              <a:rPr lang="en-US" altLang="ko-Kore-KR" u="sng" dirty="0">
                <a:solidFill>
                  <a:prstClr val="black"/>
                </a:solidFill>
              </a:rPr>
              <a:t>requirements</a:t>
            </a:r>
            <a:r>
              <a:rPr lang="en-US" altLang="ko-Kore-KR" dirty="0">
                <a:solidFill>
                  <a:prstClr val="black"/>
                </a:solidFill>
              </a:rPr>
              <a:t> and </a:t>
            </a:r>
            <a:r>
              <a:rPr lang="en-US" altLang="ko-Kore-KR" u="sng" dirty="0">
                <a:solidFill>
                  <a:prstClr val="black"/>
                </a:solidFill>
              </a:rPr>
              <a:t>deliverables</a:t>
            </a:r>
            <a:r>
              <a:rPr lang="en-US" altLang="ko-Kore-KR" dirty="0">
                <a:solidFill>
                  <a:prstClr val="black"/>
                </a:solidFill>
              </a:rPr>
              <a:t> and project </a:t>
            </a:r>
            <a:r>
              <a:rPr lang="en-US" altLang="ko-Kore-KR" u="sng" dirty="0">
                <a:solidFill>
                  <a:prstClr val="black"/>
                </a:solidFill>
              </a:rPr>
              <a:t>goals</a:t>
            </a:r>
            <a:r>
              <a:rPr lang="en-US" altLang="ko-Kore-KR" dirty="0">
                <a:solidFill>
                  <a:prstClr val="black"/>
                </a:solidFill>
              </a:rPr>
              <a:t> via well-defined methods of customer communication</a:t>
            </a:r>
          </a:p>
          <a:p>
            <a:pPr lvl="1"/>
            <a:r>
              <a:rPr lang="en-US" altLang="ko-Kore-KR" dirty="0">
                <a:solidFill>
                  <a:srgbClr val="0432FF"/>
                </a:solidFill>
              </a:rPr>
              <a:t>Measure</a:t>
            </a:r>
            <a:r>
              <a:rPr lang="en-US" altLang="ko-Kore-KR" dirty="0">
                <a:solidFill>
                  <a:prstClr val="black"/>
                </a:solidFill>
              </a:rPr>
              <a:t> the existing </a:t>
            </a:r>
            <a:r>
              <a:rPr lang="en-US" altLang="ko-Kore-KR" u="sng" dirty="0">
                <a:solidFill>
                  <a:prstClr val="black"/>
                </a:solidFill>
              </a:rPr>
              <a:t>process</a:t>
            </a:r>
            <a:r>
              <a:rPr lang="en-US" altLang="ko-Kore-KR" dirty="0">
                <a:solidFill>
                  <a:prstClr val="black"/>
                </a:solidFill>
              </a:rPr>
              <a:t> and its </a:t>
            </a:r>
            <a:r>
              <a:rPr lang="en-US" altLang="ko-Kore-KR" u="sng" dirty="0">
                <a:solidFill>
                  <a:prstClr val="black"/>
                </a:solidFill>
              </a:rPr>
              <a:t>output</a:t>
            </a:r>
            <a:r>
              <a:rPr lang="en-US" altLang="ko-Kore-KR" dirty="0">
                <a:solidFill>
                  <a:prstClr val="black"/>
                </a:solidFill>
              </a:rPr>
              <a:t> to determine current quality performance (collect defect metrics)</a:t>
            </a:r>
          </a:p>
          <a:p>
            <a:pPr lvl="1"/>
            <a:r>
              <a:rPr lang="en-US" altLang="ko-Kore-KR" dirty="0">
                <a:solidFill>
                  <a:srgbClr val="0432FF"/>
                </a:solidFill>
              </a:rPr>
              <a:t>Analyze</a:t>
            </a:r>
            <a:r>
              <a:rPr lang="en-US" altLang="ko-Kore-KR" dirty="0">
                <a:solidFill>
                  <a:prstClr val="black"/>
                </a:solidFill>
              </a:rPr>
              <a:t> </a:t>
            </a:r>
            <a:r>
              <a:rPr lang="en-US" altLang="ko-Kore-KR" u="sng" dirty="0">
                <a:solidFill>
                  <a:prstClr val="black"/>
                </a:solidFill>
              </a:rPr>
              <a:t>defect</a:t>
            </a:r>
            <a:r>
              <a:rPr lang="en-US" altLang="ko-Kore-KR" dirty="0">
                <a:solidFill>
                  <a:prstClr val="black"/>
                </a:solidFill>
              </a:rPr>
              <a:t> metrics and determine the vital few causes</a:t>
            </a:r>
          </a:p>
        </p:txBody>
      </p:sp>
      <p:sp>
        <p:nvSpPr>
          <p:cNvPr id="4" name="날짜 개체 틀 3">
            <a:extLst>
              <a:ext uri="{FF2B5EF4-FFF2-40B4-BE49-F238E27FC236}">
                <a16:creationId xmlns:a16="http://schemas.microsoft.com/office/drawing/2014/main" id="{18BA972E-57E8-624D-B337-1E3586D8C68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7D8A70F3-3713-C146-ADAC-BD9E7802D168}"/>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5E12BA9E-8791-7D46-8F6B-8C6A89D2344A}"/>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11</a:t>
            </a:fld>
            <a:endParaRPr lang="ko-KR" altLang="en-US" dirty="0"/>
          </a:p>
        </p:txBody>
      </p:sp>
      <p:sp>
        <p:nvSpPr>
          <p:cNvPr id="7" name="Rectangle 8">
            <a:extLst>
              <a:ext uri="{FF2B5EF4-FFF2-40B4-BE49-F238E27FC236}">
                <a16:creationId xmlns:a16="http://schemas.microsoft.com/office/drawing/2014/main" id="{7A83F933-8936-BC4F-9A4D-FCD1D9910688}"/>
              </a:ext>
            </a:extLst>
          </p:cNvPr>
          <p:cNvSpPr>
            <a:spLocks noChangeArrowheads="1"/>
          </p:cNvSpPr>
          <p:nvPr/>
        </p:nvSpPr>
        <p:spPr bwMode="auto">
          <a:xfrm>
            <a:off x="527381" y="61861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sp>
        <p:nvSpPr>
          <p:cNvPr id="9" name="직사각형 8">
            <a:extLst>
              <a:ext uri="{FF2B5EF4-FFF2-40B4-BE49-F238E27FC236}">
                <a16:creationId xmlns:a16="http://schemas.microsoft.com/office/drawing/2014/main" id="{E5C68240-EC33-7349-9F74-E591764633F4}"/>
              </a:ext>
            </a:extLst>
          </p:cNvPr>
          <p:cNvSpPr/>
          <p:nvPr/>
        </p:nvSpPr>
        <p:spPr>
          <a:xfrm>
            <a:off x="8737157" y="6005000"/>
            <a:ext cx="3048000" cy="215444"/>
          </a:xfrm>
          <a:prstGeom prst="rect">
            <a:avLst/>
          </a:prstGeom>
        </p:spPr>
        <p:txBody>
          <a:bodyPr wrap="square">
            <a:spAutoFit/>
          </a:bodyPr>
          <a:lstStyle/>
          <a:p>
            <a:r>
              <a:rPr lang="ko-Kore-KR" altLang="en-US" sz="800" dirty="0">
                <a:solidFill>
                  <a:schemeClr val="bg1">
                    <a:lumMod val="65000"/>
                  </a:schemeClr>
                </a:solidFill>
                <a:latin typeface="Arial" panose="020B0604020202020204" pitchFamily="34" charset="0"/>
                <a:cs typeface="Arial" panose="020B0604020202020204" pitchFamily="34" charset="0"/>
              </a:rPr>
              <a:t>https://www.javatpoint.com/software-engineering-six-sigma</a:t>
            </a:r>
          </a:p>
        </p:txBody>
      </p:sp>
      <p:pic>
        <p:nvPicPr>
          <p:cNvPr id="5122" name="Picture 2" descr="Six Sigma">
            <a:extLst>
              <a:ext uri="{FF2B5EF4-FFF2-40B4-BE49-F238E27FC236}">
                <a16:creationId xmlns:a16="http://schemas.microsoft.com/office/drawing/2014/main" id="{684BE22C-7D16-9543-B73D-854FFC0EE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728952"/>
            <a:ext cx="4046075" cy="32753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0265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Six Sigma">
            <a:extLst>
              <a:ext uri="{FF2B5EF4-FFF2-40B4-BE49-F238E27FC236}">
                <a16:creationId xmlns:a16="http://schemas.microsoft.com/office/drawing/2014/main" id="{E688A0F3-D1E1-E045-A57C-8A12AD2BC5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7319" y="1143000"/>
            <a:ext cx="4468481" cy="3517900"/>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1">
            <a:extLst>
              <a:ext uri="{FF2B5EF4-FFF2-40B4-BE49-F238E27FC236}">
                <a16:creationId xmlns:a16="http://schemas.microsoft.com/office/drawing/2014/main" id="{208ED1DB-1CB8-6E4E-ADE3-DE2ABE3225B4}"/>
              </a:ext>
            </a:extLst>
          </p:cNvPr>
          <p:cNvSpPr>
            <a:spLocks noGrp="1"/>
          </p:cNvSpPr>
          <p:nvPr>
            <p:ph type="title"/>
          </p:nvPr>
        </p:nvSpPr>
        <p:spPr/>
        <p:txBody>
          <a:bodyPr/>
          <a:lstStyle/>
          <a:p>
            <a:r>
              <a:rPr lang="en-US" altLang="ko-Kore-KR" dirty="0"/>
              <a:t>Six Sigma for Software Engineering </a:t>
            </a:r>
            <a:r>
              <a:rPr lang="en-US" altLang="ko-Kore-KR" sz="2000" dirty="0"/>
              <a:t>(2/2)</a:t>
            </a:r>
            <a:endParaRPr kumimoji="1" lang="ko-Kore-KR" altLang="en-US" dirty="0"/>
          </a:p>
        </p:txBody>
      </p:sp>
      <p:sp>
        <p:nvSpPr>
          <p:cNvPr id="3" name="내용 개체 틀 2">
            <a:extLst>
              <a:ext uri="{FF2B5EF4-FFF2-40B4-BE49-F238E27FC236}">
                <a16:creationId xmlns:a16="http://schemas.microsoft.com/office/drawing/2014/main" id="{0975FA0B-33C7-C942-A022-CEB072D4B44D}"/>
              </a:ext>
            </a:extLst>
          </p:cNvPr>
          <p:cNvSpPr>
            <a:spLocks noGrp="1"/>
          </p:cNvSpPr>
          <p:nvPr>
            <p:ph idx="1"/>
          </p:nvPr>
        </p:nvSpPr>
        <p:spPr>
          <a:xfrm>
            <a:off x="609601" y="914400"/>
            <a:ext cx="7315200" cy="5410200"/>
          </a:xfrm>
        </p:spPr>
        <p:txBody>
          <a:bodyPr/>
          <a:lstStyle/>
          <a:p>
            <a:r>
              <a:rPr lang="en-US" altLang="ko-Kore-KR" dirty="0"/>
              <a:t>For an </a:t>
            </a:r>
            <a:r>
              <a:rPr lang="en-US" altLang="ko-Kore-KR" u="sng" dirty="0"/>
              <a:t>existing process</a:t>
            </a:r>
            <a:r>
              <a:rPr lang="en-US" altLang="ko-Kore-KR" dirty="0"/>
              <a:t> the needs improvement:</a:t>
            </a:r>
          </a:p>
          <a:p>
            <a:pPr lvl="1"/>
            <a:r>
              <a:rPr lang="en-US" altLang="ko-Kore-KR" dirty="0">
                <a:solidFill>
                  <a:srgbClr val="0432FF"/>
                </a:solidFill>
              </a:rPr>
              <a:t>Improve</a:t>
            </a:r>
            <a:r>
              <a:rPr lang="en-US" altLang="ko-Kore-KR" dirty="0"/>
              <a:t> the process by </a:t>
            </a:r>
            <a:r>
              <a:rPr lang="en-US" altLang="ko-Kore-KR" u="sng" dirty="0"/>
              <a:t>eliminating the root causes</a:t>
            </a:r>
            <a:r>
              <a:rPr lang="en-US" altLang="ko-Kore-KR" dirty="0"/>
              <a:t> of defects</a:t>
            </a:r>
          </a:p>
          <a:p>
            <a:pPr lvl="1"/>
            <a:r>
              <a:rPr lang="en-US" altLang="ko-Kore-KR" dirty="0">
                <a:solidFill>
                  <a:srgbClr val="0432FF"/>
                </a:solidFill>
              </a:rPr>
              <a:t>Control</a:t>
            </a:r>
            <a:r>
              <a:rPr lang="en-US" altLang="ko-Kore-KR" dirty="0"/>
              <a:t> the process to ensure that future work does not reintroduce the causes of defects</a:t>
            </a:r>
          </a:p>
          <a:p>
            <a:r>
              <a:rPr lang="en-US" altLang="ko-Kore-KR" dirty="0"/>
              <a:t>For a </a:t>
            </a:r>
            <a:r>
              <a:rPr lang="en-US" altLang="ko-Kore-KR" u="sng" dirty="0"/>
              <a:t>new process</a:t>
            </a:r>
            <a:r>
              <a:rPr lang="en-US" altLang="ko-Kore-KR" dirty="0"/>
              <a:t> being developed:</a:t>
            </a:r>
          </a:p>
          <a:p>
            <a:pPr lvl="1"/>
            <a:r>
              <a:rPr lang="en-US" altLang="ko-Kore-KR" dirty="0">
                <a:solidFill>
                  <a:srgbClr val="0432FF"/>
                </a:solidFill>
              </a:rPr>
              <a:t>Design</a:t>
            </a:r>
            <a:r>
              <a:rPr lang="en-US" altLang="ko-Kore-KR" dirty="0"/>
              <a:t> the process to: (1) avoid the root causes of defects and (2) to meet customer requirements</a:t>
            </a:r>
          </a:p>
          <a:p>
            <a:pPr lvl="1"/>
            <a:r>
              <a:rPr lang="en-US" altLang="ko-Kore-KR" dirty="0">
                <a:solidFill>
                  <a:srgbClr val="0432FF"/>
                </a:solidFill>
              </a:rPr>
              <a:t>Verify</a:t>
            </a:r>
            <a:r>
              <a:rPr lang="en-US" altLang="ko-Kore-KR" dirty="0"/>
              <a:t> that the process model will, in fact, avoid defects and meet customer requirements</a:t>
            </a:r>
          </a:p>
          <a:p>
            <a:endParaRPr kumimoji="1" lang="ko-Kore-KR" altLang="en-US" dirty="0"/>
          </a:p>
        </p:txBody>
      </p:sp>
      <p:sp>
        <p:nvSpPr>
          <p:cNvPr id="4" name="날짜 개체 틀 3">
            <a:extLst>
              <a:ext uri="{FF2B5EF4-FFF2-40B4-BE49-F238E27FC236}">
                <a16:creationId xmlns:a16="http://schemas.microsoft.com/office/drawing/2014/main" id="{B52D186B-3328-9C42-A47B-36C48D85FD5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DC2BA79B-1788-764D-97B5-5B88A5EB7D5F}"/>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F2FD2E42-0A81-6645-B89F-077A0C8EB060}"/>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12</a:t>
            </a:fld>
            <a:endParaRPr lang="ko-KR" altLang="en-US" dirty="0"/>
          </a:p>
        </p:txBody>
      </p:sp>
      <p:sp>
        <p:nvSpPr>
          <p:cNvPr id="7" name="Rectangle 8">
            <a:extLst>
              <a:ext uri="{FF2B5EF4-FFF2-40B4-BE49-F238E27FC236}">
                <a16:creationId xmlns:a16="http://schemas.microsoft.com/office/drawing/2014/main" id="{304E132A-8492-894A-BFC0-53D757BA1526}"/>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sp>
        <p:nvSpPr>
          <p:cNvPr id="9" name="직사각형 8">
            <a:extLst>
              <a:ext uri="{FF2B5EF4-FFF2-40B4-BE49-F238E27FC236}">
                <a16:creationId xmlns:a16="http://schemas.microsoft.com/office/drawing/2014/main" id="{42F9B752-D56A-A84A-AE7B-C6C033E521C4}"/>
              </a:ext>
            </a:extLst>
          </p:cNvPr>
          <p:cNvSpPr/>
          <p:nvPr/>
        </p:nvSpPr>
        <p:spPr>
          <a:xfrm>
            <a:off x="8737157" y="4535159"/>
            <a:ext cx="3048000" cy="215444"/>
          </a:xfrm>
          <a:prstGeom prst="rect">
            <a:avLst/>
          </a:prstGeom>
        </p:spPr>
        <p:txBody>
          <a:bodyPr wrap="square">
            <a:spAutoFit/>
          </a:bodyPr>
          <a:lstStyle/>
          <a:p>
            <a:r>
              <a:rPr lang="ko-Kore-KR" altLang="en-US" sz="800" dirty="0">
                <a:solidFill>
                  <a:schemeClr val="bg1">
                    <a:lumMod val="65000"/>
                  </a:schemeClr>
                </a:solidFill>
                <a:latin typeface="Arial" panose="020B0604020202020204" pitchFamily="34" charset="0"/>
                <a:cs typeface="Arial" panose="020B0604020202020204" pitchFamily="34" charset="0"/>
              </a:rPr>
              <a:t>https://www.javatpoint.com/software-engineering-six-sigma</a:t>
            </a:r>
          </a:p>
        </p:txBody>
      </p:sp>
    </p:spTree>
    <p:extLst>
      <p:ext uri="{BB962C8B-B14F-4D97-AF65-F5344CB8AC3E}">
        <p14:creationId xmlns:p14="http://schemas.microsoft.com/office/powerpoint/2010/main" val="1577292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그룹 10">
            <a:extLst>
              <a:ext uri="{FF2B5EF4-FFF2-40B4-BE49-F238E27FC236}">
                <a16:creationId xmlns:a16="http://schemas.microsoft.com/office/drawing/2014/main" id="{8E38244E-D8B4-8591-29BA-BB0F23FE0540}"/>
              </a:ext>
            </a:extLst>
          </p:cNvPr>
          <p:cNvGrpSpPr/>
          <p:nvPr/>
        </p:nvGrpSpPr>
        <p:grpSpPr>
          <a:xfrm>
            <a:off x="6672673" y="1981200"/>
            <a:ext cx="5500491" cy="2432507"/>
            <a:chOff x="6672673" y="1981200"/>
            <a:chExt cx="5500491" cy="2432507"/>
          </a:xfrm>
        </p:grpSpPr>
        <p:pic>
          <p:nvPicPr>
            <p:cNvPr id="1026" name="Picture 2" descr="5 A schematic diagram of MTTF, MTTR, and MTBF | Download Scientific Diagram">
              <a:extLst>
                <a:ext uri="{FF2B5EF4-FFF2-40B4-BE49-F238E27FC236}">
                  <a16:creationId xmlns:a16="http://schemas.microsoft.com/office/drawing/2014/main" id="{DD620CDB-68C7-F72E-A28A-88B40A6E82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673" y="1981200"/>
              <a:ext cx="5500491" cy="234926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D35CAA4-9667-95DB-842C-07DEC9818752}"/>
                </a:ext>
              </a:extLst>
            </p:cNvPr>
            <p:cNvSpPr txBox="1"/>
            <p:nvPr/>
          </p:nvSpPr>
          <p:spPr>
            <a:xfrm>
              <a:off x="7823146" y="4245510"/>
              <a:ext cx="3199544" cy="168197"/>
            </a:xfrm>
            <a:prstGeom prst="rect">
              <a:avLst/>
            </a:prstGeom>
            <a:noFill/>
          </p:spPr>
          <p:txBody>
            <a:bodyPr wrap="square">
              <a:spAutoFit/>
            </a:bodyPr>
            <a:lstStyle/>
            <a:p>
              <a:r>
                <a:rPr lang="ko-KR" altLang="en-US" sz="500" dirty="0" err="1">
                  <a:solidFill>
                    <a:schemeClr val="bg1">
                      <a:lumMod val="65000"/>
                    </a:schemeClr>
                  </a:solidFill>
                </a:rPr>
                <a:t>Woo</a:t>
              </a:r>
              <a:r>
                <a:rPr lang="ko-KR" altLang="en-US" sz="500" dirty="0">
                  <a:solidFill>
                    <a:schemeClr val="bg1">
                      <a:lumMod val="65000"/>
                    </a:schemeClr>
                  </a:solidFill>
                </a:rPr>
                <a:t>, </a:t>
              </a:r>
              <a:r>
                <a:rPr lang="ko-KR" altLang="en-US" sz="500" dirty="0" err="1">
                  <a:solidFill>
                    <a:schemeClr val="bg1">
                      <a:lumMod val="65000"/>
                    </a:schemeClr>
                  </a:solidFill>
                </a:rPr>
                <a:t>Seongwoo</a:t>
              </a:r>
              <a:r>
                <a:rPr lang="ko-KR" altLang="en-US" sz="500" dirty="0">
                  <a:solidFill>
                    <a:schemeClr val="bg1">
                      <a:lumMod val="65000"/>
                    </a:schemeClr>
                  </a:solidFill>
                </a:rPr>
                <a:t>. (2020). </a:t>
              </a:r>
              <a:r>
                <a:rPr lang="ko-KR" altLang="en-US" sz="500" dirty="0" err="1">
                  <a:solidFill>
                    <a:schemeClr val="bg1">
                      <a:lumMod val="65000"/>
                    </a:schemeClr>
                  </a:solidFill>
                </a:rPr>
                <a:t>Modern</a:t>
              </a:r>
              <a:r>
                <a:rPr lang="ko-KR" altLang="en-US" sz="500" dirty="0">
                  <a:solidFill>
                    <a:schemeClr val="bg1">
                      <a:lumMod val="65000"/>
                    </a:schemeClr>
                  </a:solidFill>
                </a:rPr>
                <a:t> </a:t>
              </a:r>
              <a:r>
                <a:rPr lang="ko-KR" altLang="en-US" sz="500" dirty="0" err="1">
                  <a:solidFill>
                    <a:schemeClr val="bg1">
                      <a:lumMod val="65000"/>
                    </a:schemeClr>
                  </a:solidFill>
                </a:rPr>
                <a:t>Definitions</a:t>
              </a:r>
              <a:r>
                <a:rPr lang="ko-KR" altLang="en-US" sz="500" dirty="0">
                  <a:solidFill>
                    <a:schemeClr val="bg1">
                      <a:lumMod val="65000"/>
                    </a:schemeClr>
                  </a:solidFill>
                </a:rPr>
                <a:t> </a:t>
              </a:r>
              <a:r>
                <a:rPr lang="ko-KR" altLang="en-US" sz="500" dirty="0" err="1">
                  <a:solidFill>
                    <a:schemeClr val="bg1">
                      <a:lumMod val="65000"/>
                    </a:schemeClr>
                  </a:solidFill>
                </a:rPr>
                <a:t>in</a:t>
              </a:r>
              <a:r>
                <a:rPr lang="ko-KR" altLang="en-US" sz="500" dirty="0">
                  <a:solidFill>
                    <a:schemeClr val="bg1">
                      <a:lumMod val="65000"/>
                    </a:schemeClr>
                  </a:solidFill>
                </a:rPr>
                <a:t> </a:t>
              </a:r>
              <a:r>
                <a:rPr lang="ko-KR" altLang="en-US" sz="500" dirty="0" err="1">
                  <a:solidFill>
                    <a:schemeClr val="bg1">
                      <a:lumMod val="65000"/>
                    </a:schemeClr>
                  </a:solidFill>
                </a:rPr>
                <a:t>Reliability</a:t>
              </a:r>
              <a:r>
                <a:rPr lang="ko-KR" altLang="en-US" sz="500" dirty="0">
                  <a:solidFill>
                    <a:schemeClr val="bg1">
                      <a:lumMod val="65000"/>
                    </a:schemeClr>
                  </a:solidFill>
                </a:rPr>
                <a:t> Engineering. 10.1007/978-981-13-7236-0_3. </a:t>
              </a:r>
            </a:p>
          </p:txBody>
        </p:sp>
      </p:grpSp>
      <p:sp>
        <p:nvSpPr>
          <p:cNvPr id="2" name="제목 1">
            <a:extLst>
              <a:ext uri="{FF2B5EF4-FFF2-40B4-BE49-F238E27FC236}">
                <a16:creationId xmlns:a16="http://schemas.microsoft.com/office/drawing/2014/main" id="{6967CBCF-F51C-7244-8746-299B41CF2474}"/>
              </a:ext>
            </a:extLst>
          </p:cNvPr>
          <p:cNvSpPr>
            <a:spLocks noGrp="1"/>
          </p:cNvSpPr>
          <p:nvPr>
            <p:ph type="title"/>
          </p:nvPr>
        </p:nvSpPr>
        <p:spPr/>
        <p:txBody>
          <a:bodyPr/>
          <a:lstStyle/>
          <a:p>
            <a:r>
              <a:rPr lang="en-US" altLang="ko-Kore-KR" dirty="0"/>
              <a:t>Software Reliability and Availability</a:t>
            </a:r>
            <a:endParaRPr kumimoji="1" lang="ko-Kore-KR" altLang="en-US" dirty="0"/>
          </a:p>
        </p:txBody>
      </p:sp>
      <p:sp>
        <p:nvSpPr>
          <p:cNvPr id="3" name="내용 개체 틀 2">
            <a:extLst>
              <a:ext uri="{FF2B5EF4-FFF2-40B4-BE49-F238E27FC236}">
                <a16:creationId xmlns:a16="http://schemas.microsoft.com/office/drawing/2014/main" id="{92B1BAFB-7CB4-E045-B939-DDA3F3B86953}"/>
              </a:ext>
            </a:extLst>
          </p:cNvPr>
          <p:cNvSpPr>
            <a:spLocks noGrp="1"/>
          </p:cNvSpPr>
          <p:nvPr>
            <p:ph idx="1"/>
          </p:nvPr>
        </p:nvSpPr>
        <p:spPr>
          <a:xfrm>
            <a:off x="609600" y="914400"/>
            <a:ext cx="11427824" cy="5410200"/>
          </a:xfrm>
        </p:spPr>
        <p:txBody>
          <a:bodyPr/>
          <a:lstStyle/>
          <a:p>
            <a:pPr>
              <a:spcBef>
                <a:spcPts val="300"/>
              </a:spcBef>
            </a:pPr>
            <a:r>
              <a:rPr lang="en-US" altLang="en-US" dirty="0">
                <a:latin typeface="Arial" panose="020B0604020202020204" pitchFamily="34" charset="0"/>
                <a:cs typeface="Arial" panose="020B0604020202020204" pitchFamily="34" charset="0"/>
              </a:rPr>
              <a:t>A simple measure of </a:t>
            </a:r>
            <a:r>
              <a:rPr lang="en-US" altLang="en-US" u="sng" dirty="0">
                <a:latin typeface="Arial" panose="020B0604020202020204" pitchFamily="34" charset="0"/>
                <a:cs typeface="Arial" panose="020B0604020202020204" pitchFamily="34" charset="0"/>
              </a:rPr>
              <a:t>reliability</a:t>
            </a:r>
            <a:r>
              <a:rPr lang="en-US" altLang="en-US" dirty="0">
                <a:latin typeface="Arial" panose="020B0604020202020204" pitchFamily="34" charset="0"/>
                <a:cs typeface="Arial" panose="020B0604020202020204" pitchFamily="34" charset="0"/>
              </a:rPr>
              <a:t> is </a:t>
            </a:r>
            <a:r>
              <a:rPr lang="en-US" altLang="en-US" i="1" dirty="0">
                <a:latin typeface="Arial" panose="020B0604020202020204" pitchFamily="34" charset="0"/>
                <a:cs typeface="Arial" panose="020B0604020202020204" pitchFamily="34" charset="0"/>
              </a:rPr>
              <a:t>mean-time-between-failure</a:t>
            </a:r>
            <a:r>
              <a:rPr lang="en-US" altLang="en-US" dirty="0">
                <a:latin typeface="Arial" panose="020B0604020202020204" pitchFamily="34" charset="0"/>
                <a:cs typeface="Arial" panose="020B0604020202020204" pitchFamily="34" charset="0"/>
              </a:rPr>
              <a:t> (M</a:t>
            </a:r>
            <a:r>
              <a:rPr lang="en-US" altLang="en-US" sz="200"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T</a:t>
            </a:r>
            <a:r>
              <a:rPr lang="en-US" altLang="en-US" sz="200"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B</a:t>
            </a:r>
            <a:r>
              <a:rPr lang="en-US" altLang="en-US" sz="200" dirty="0">
                <a:latin typeface="Arial" panose="020B0604020202020204" pitchFamily="34" charset="0"/>
                <a:cs typeface="Arial" panose="020B0604020202020204" pitchFamily="34" charset="0"/>
              </a:rPr>
              <a:t> </a:t>
            </a:r>
            <a:r>
              <a:rPr lang="en-US" altLang="en-US" dirty="0">
                <a:latin typeface="Arial" panose="020B0604020202020204" pitchFamily="34" charset="0"/>
                <a:cs typeface="Arial" panose="020B0604020202020204" pitchFamily="34" charset="0"/>
              </a:rPr>
              <a:t>F): </a:t>
            </a:r>
          </a:p>
          <a:p>
            <a:pPr indent="0">
              <a:spcBef>
                <a:spcPts val="600"/>
              </a:spcBef>
              <a:spcAft>
                <a:spcPts val="1800"/>
              </a:spcAft>
              <a:buNone/>
            </a:pPr>
            <a:r>
              <a:rPr lang="en-US" altLang="en-US" dirty="0">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M</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T</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B</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F = M</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T</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T</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F + M</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T</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T</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R</a:t>
            </a:r>
          </a:p>
          <a:p>
            <a:pPr lvl="1"/>
            <a:r>
              <a:rPr lang="en-US" altLang="en-US" dirty="0">
                <a:solidFill>
                  <a:schemeClr val="accent6">
                    <a:lumMod val="75000"/>
                  </a:schemeClr>
                </a:solidFill>
                <a:latin typeface="Arial" panose="020B0604020202020204" pitchFamily="34" charset="0"/>
                <a:cs typeface="Arial" panose="020B0604020202020204" pitchFamily="34" charset="0"/>
              </a:rPr>
              <a:t>M</a:t>
            </a:r>
            <a:r>
              <a:rPr lang="en-US" altLang="en-US" sz="100" dirty="0">
                <a:solidFill>
                  <a:schemeClr val="accent6">
                    <a:lumMod val="75000"/>
                  </a:schemeClr>
                </a:solidFill>
                <a:latin typeface="Arial" panose="020B0604020202020204" pitchFamily="34" charset="0"/>
                <a:cs typeface="Arial" panose="020B0604020202020204" pitchFamily="34" charset="0"/>
              </a:rPr>
              <a:t> </a:t>
            </a:r>
            <a:r>
              <a:rPr lang="en-US" altLang="en-US" dirty="0">
                <a:solidFill>
                  <a:schemeClr val="accent6">
                    <a:lumMod val="75000"/>
                  </a:schemeClr>
                </a:solidFill>
                <a:latin typeface="Arial" panose="020B0604020202020204" pitchFamily="34" charset="0"/>
                <a:cs typeface="Arial" panose="020B0604020202020204" pitchFamily="34" charset="0"/>
              </a:rPr>
              <a:t>T</a:t>
            </a:r>
            <a:r>
              <a:rPr lang="en-US" altLang="en-US" sz="100" dirty="0">
                <a:solidFill>
                  <a:schemeClr val="accent6">
                    <a:lumMod val="75000"/>
                  </a:schemeClr>
                </a:solidFill>
                <a:latin typeface="Arial" panose="020B0604020202020204" pitchFamily="34" charset="0"/>
                <a:cs typeface="Arial" panose="020B0604020202020204" pitchFamily="34" charset="0"/>
              </a:rPr>
              <a:t> </a:t>
            </a:r>
            <a:r>
              <a:rPr lang="en-US" altLang="en-US" dirty="0">
                <a:solidFill>
                  <a:schemeClr val="accent6">
                    <a:lumMod val="75000"/>
                  </a:schemeClr>
                </a:solidFill>
                <a:latin typeface="Arial" panose="020B0604020202020204" pitchFamily="34" charset="0"/>
                <a:cs typeface="Arial" panose="020B0604020202020204" pitchFamily="34" charset="0"/>
              </a:rPr>
              <a:t>T</a:t>
            </a:r>
            <a:r>
              <a:rPr lang="en-US" altLang="en-US" sz="100" dirty="0">
                <a:solidFill>
                  <a:schemeClr val="accent6">
                    <a:lumMod val="75000"/>
                  </a:schemeClr>
                </a:solidFill>
                <a:latin typeface="Arial" panose="020B0604020202020204" pitchFamily="34" charset="0"/>
                <a:cs typeface="Arial" panose="020B0604020202020204" pitchFamily="34" charset="0"/>
              </a:rPr>
              <a:t> </a:t>
            </a:r>
            <a:r>
              <a:rPr lang="en-US" altLang="en-US" dirty="0">
                <a:solidFill>
                  <a:schemeClr val="accent6">
                    <a:lumMod val="75000"/>
                  </a:schemeClr>
                </a:solidFill>
                <a:latin typeface="Arial" panose="020B0604020202020204" pitchFamily="34" charset="0"/>
                <a:cs typeface="Arial" panose="020B0604020202020204" pitchFamily="34" charset="0"/>
              </a:rPr>
              <a:t>F</a:t>
            </a:r>
            <a:r>
              <a:rPr lang="en-US" altLang="ko-KR" dirty="0">
                <a:latin typeface="Arial" panose="020B0604020202020204" pitchFamily="34" charset="0"/>
                <a:cs typeface="Arial" panose="020B0604020202020204" pitchFamily="34" charset="0"/>
              </a:rPr>
              <a:t>:</a:t>
            </a:r>
            <a:r>
              <a:rPr lang="en-US" altLang="en-US" dirty="0">
                <a:latin typeface="Arial" panose="020B0604020202020204" pitchFamily="34" charset="0"/>
                <a:cs typeface="Arial" panose="020B0604020202020204" pitchFamily="34" charset="0"/>
              </a:rPr>
              <a:t> </a:t>
            </a:r>
            <a:r>
              <a:rPr lang="en-US" altLang="en-US" i="1" dirty="0">
                <a:latin typeface="Arial" panose="020B0604020202020204" pitchFamily="34" charset="0"/>
                <a:cs typeface="Arial" panose="020B0604020202020204" pitchFamily="34" charset="0"/>
              </a:rPr>
              <a:t>mean-time-to-failure</a:t>
            </a:r>
          </a:p>
          <a:p>
            <a:pPr lvl="1">
              <a:spcAft>
                <a:spcPts val="1800"/>
              </a:spcAft>
            </a:pPr>
            <a:r>
              <a:rPr lang="en-US" altLang="en-US" dirty="0">
                <a:solidFill>
                  <a:schemeClr val="accent6">
                    <a:lumMod val="75000"/>
                  </a:schemeClr>
                </a:solidFill>
                <a:latin typeface="Arial" panose="020B0604020202020204" pitchFamily="34" charset="0"/>
                <a:cs typeface="Arial" panose="020B0604020202020204" pitchFamily="34" charset="0"/>
              </a:rPr>
              <a:t>M</a:t>
            </a:r>
            <a:r>
              <a:rPr lang="en-US" altLang="en-US" sz="100" dirty="0">
                <a:solidFill>
                  <a:schemeClr val="accent6">
                    <a:lumMod val="75000"/>
                  </a:schemeClr>
                </a:solidFill>
                <a:latin typeface="Arial" panose="020B0604020202020204" pitchFamily="34" charset="0"/>
                <a:cs typeface="Arial" panose="020B0604020202020204" pitchFamily="34" charset="0"/>
              </a:rPr>
              <a:t> </a:t>
            </a:r>
            <a:r>
              <a:rPr lang="en-US" altLang="en-US" dirty="0">
                <a:solidFill>
                  <a:schemeClr val="accent6">
                    <a:lumMod val="75000"/>
                  </a:schemeClr>
                </a:solidFill>
                <a:latin typeface="Arial" panose="020B0604020202020204" pitchFamily="34" charset="0"/>
                <a:cs typeface="Arial" panose="020B0604020202020204" pitchFamily="34" charset="0"/>
              </a:rPr>
              <a:t>T</a:t>
            </a:r>
            <a:r>
              <a:rPr lang="en-US" altLang="en-US" sz="100" dirty="0">
                <a:solidFill>
                  <a:schemeClr val="accent6">
                    <a:lumMod val="75000"/>
                  </a:schemeClr>
                </a:solidFill>
                <a:latin typeface="Arial" panose="020B0604020202020204" pitchFamily="34" charset="0"/>
                <a:cs typeface="Arial" panose="020B0604020202020204" pitchFamily="34" charset="0"/>
              </a:rPr>
              <a:t> </a:t>
            </a:r>
            <a:r>
              <a:rPr lang="en-US" altLang="en-US" dirty="0">
                <a:solidFill>
                  <a:schemeClr val="accent6">
                    <a:lumMod val="75000"/>
                  </a:schemeClr>
                </a:solidFill>
                <a:latin typeface="Arial" panose="020B0604020202020204" pitchFamily="34" charset="0"/>
                <a:cs typeface="Arial" panose="020B0604020202020204" pitchFamily="34" charset="0"/>
              </a:rPr>
              <a:t>T</a:t>
            </a:r>
            <a:r>
              <a:rPr lang="en-US" altLang="en-US" sz="100" dirty="0">
                <a:solidFill>
                  <a:schemeClr val="accent6">
                    <a:lumMod val="75000"/>
                  </a:schemeClr>
                </a:solidFill>
                <a:latin typeface="Arial" panose="020B0604020202020204" pitchFamily="34" charset="0"/>
                <a:cs typeface="Arial" panose="020B0604020202020204" pitchFamily="34" charset="0"/>
              </a:rPr>
              <a:t> </a:t>
            </a:r>
            <a:r>
              <a:rPr lang="en-US" altLang="en-US" dirty="0">
                <a:solidFill>
                  <a:schemeClr val="accent6">
                    <a:lumMod val="75000"/>
                  </a:schemeClr>
                </a:solidFill>
                <a:latin typeface="Arial" panose="020B0604020202020204" pitchFamily="34" charset="0"/>
                <a:cs typeface="Arial" panose="020B0604020202020204" pitchFamily="34" charset="0"/>
              </a:rPr>
              <a:t>R</a:t>
            </a:r>
            <a:r>
              <a:rPr lang="en-US" altLang="ko-KR" dirty="0">
                <a:latin typeface="Arial" panose="020B0604020202020204" pitchFamily="34" charset="0"/>
                <a:cs typeface="Arial" panose="020B0604020202020204" pitchFamily="34" charset="0"/>
              </a:rPr>
              <a:t>:</a:t>
            </a:r>
            <a:r>
              <a:rPr lang="en-US" altLang="en-US" dirty="0">
                <a:latin typeface="Arial" panose="020B0604020202020204" pitchFamily="34" charset="0"/>
                <a:cs typeface="Arial" panose="020B0604020202020204" pitchFamily="34" charset="0"/>
              </a:rPr>
              <a:t> </a:t>
            </a:r>
            <a:r>
              <a:rPr lang="en-US" altLang="en-US" i="1" dirty="0">
                <a:latin typeface="Arial" panose="020B0604020202020204" pitchFamily="34" charset="0"/>
                <a:cs typeface="Arial" panose="020B0604020202020204" pitchFamily="34" charset="0"/>
              </a:rPr>
              <a:t>mean-time-to-repair</a:t>
            </a:r>
          </a:p>
          <a:p>
            <a:pPr>
              <a:spcBef>
                <a:spcPts val="300"/>
              </a:spcBef>
            </a:pPr>
            <a:endParaRPr lang="en-US" altLang="en-US" i="1" dirty="0">
              <a:solidFill>
                <a:srgbClr val="0432FF"/>
              </a:solidFill>
              <a:latin typeface="Arial" panose="020B0604020202020204" pitchFamily="34" charset="0"/>
              <a:cs typeface="Arial" panose="020B0604020202020204" pitchFamily="34" charset="0"/>
            </a:endParaRPr>
          </a:p>
          <a:p>
            <a:pPr>
              <a:spcBef>
                <a:spcPts val="300"/>
              </a:spcBef>
            </a:pPr>
            <a:endParaRPr lang="en-US" altLang="en-US" i="1" dirty="0">
              <a:solidFill>
                <a:srgbClr val="0432FF"/>
              </a:solidFill>
              <a:latin typeface="Arial" panose="020B0604020202020204" pitchFamily="34" charset="0"/>
              <a:cs typeface="Arial" panose="020B0604020202020204" pitchFamily="34" charset="0"/>
            </a:endParaRPr>
          </a:p>
          <a:p>
            <a:pPr>
              <a:spcBef>
                <a:spcPts val="300"/>
              </a:spcBef>
            </a:pPr>
            <a:endParaRPr lang="en-US" altLang="en-US" i="1" dirty="0">
              <a:solidFill>
                <a:srgbClr val="0432FF"/>
              </a:solidFill>
              <a:latin typeface="Arial" panose="020B0604020202020204" pitchFamily="34" charset="0"/>
              <a:cs typeface="Arial" panose="020B0604020202020204" pitchFamily="34" charset="0"/>
            </a:endParaRPr>
          </a:p>
          <a:p>
            <a:pPr>
              <a:spcBef>
                <a:spcPts val="300"/>
              </a:spcBef>
            </a:pPr>
            <a:r>
              <a:rPr lang="en-US" altLang="en-US" i="1" dirty="0">
                <a:solidFill>
                  <a:srgbClr val="0432FF"/>
                </a:solidFill>
                <a:latin typeface="Arial" panose="020B0604020202020204" pitchFamily="34" charset="0"/>
                <a:cs typeface="Arial" panose="020B0604020202020204" pitchFamily="34" charset="0"/>
              </a:rPr>
              <a:t>Software availability</a:t>
            </a:r>
            <a:r>
              <a:rPr lang="en-US" altLang="en-US" dirty="0">
                <a:latin typeface="Arial" panose="020B0604020202020204" pitchFamily="34" charset="0"/>
                <a:cs typeface="Arial" panose="020B0604020202020204" pitchFamily="34" charset="0"/>
              </a:rPr>
              <a:t> is the probability that a program is operating according to requirements at a given point in time and is defined as</a:t>
            </a:r>
          </a:p>
          <a:p>
            <a:pPr indent="0">
              <a:buNone/>
            </a:pPr>
            <a:r>
              <a:rPr lang="en-US" altLang="en-US" dirty="0">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Availability = (M</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T</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T</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F / M</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T</a:t>
            </a:r>
            <a:r>
              <a:rPr lang="en-US" altLang="en-US" sz="200" b="1" dirty="0">
                <a:solidFill>
                  <a:schemeClr val="accent6">
                    <a:lumMod val="75000"/>
                  </a:schemeClr>
                </a:solidFill>
                <a:latin typeface="Arial" panose="020B0604020202020204" pitchFamily="34" charset="0"/>
                <a:cs typeface="Arial" panose="020B0604020202020204" pitchFamily="34" charset="0"/>
              </a:rPr>
              <a:t> </a:t>
            </a:r>
            <a:r>
              <a:rPr lang="en-US" altLang="en-US" b="1" dirty="0">
                <a:solidFill>
                  <a:schemeClr val="accent6">
                    <a:lumMod val="75000"/>
                  </a:schemeClr>
                </a:solidFill>
                <a:latin typeface="Arial" panose="020B0604020202020204" pitchFamily="34" charset="0"/>
                <a:cs typeface="Arial" panose="020B0604020202020204" pitchFamily="34" charset="0"/>
              </a:rPr>
              <a:t>BF) × 100%</a:t>
            </a:r>
          </a:p>
          <a:p>
            <a:endParaRPr kumimoji="1" lang="ko-Kore-KR" altLang="en-US" dirty="0">
              <a:latin typeface="Arial" panose="020B0604020202020204" pitchFamily="34" charset="0"/>
              <a:cs typeface="Arial" panose="020B0604020202020204" pitchFamily="34" charset="0"/>
            </a:endParaRPr>
          </a:p>
        </p:txBody>
      </p:sp>
      <p:sp>
        <p:nvSpPr>
          <p:cNvPr id="4" name="날짜 개체 틀 3">
            <a:extLst>
              <a:ext uri="{FF2B5EF4-FFF2-40B4-BE49-F238E27FC236}">
                <a16:creationId xmlns:a16="http://schemas.microsoft.com/office/drawing/2014/main" id="{18BA972E-57E8-624D-B337-1E3586D8C68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7D8A70F3-3713-C146-ADAC-BD9E7802D168}"/>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5E12BA9E-8791-7D46-8F6B-8C6A89D2344A}"/>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13</a:t>
            </a:fld>
            <a:endParaRPr lang="ko-KR" altLang="en-US" dirty="0"/>
          </a:p>
        </p:txBody>
      </p:sp>
      <p:sp>
        <p:nvSpPr>
          <p:cNvPr id="7" name="Rectangle 8">
            <a:extLst>
              <a:ext uri="{FF2B5EF4-FFF2-40B4-BE49-F238E27FC236}">
                <a16:creationId xmlns:a16="http://schemas.microsoft.com/office/drawing/2014/main" id="{7A83F933-8936-BC4F-9A4D-FCD1D9910688}"/>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spTree>
    <p:extLst>
      <p:ext uri="{BB962C8B-B14F-4D97-AF65-F5344CB8AC3E}">
        <p14:creationId xmlns:p14="http://schemas.microsoft.com/office/powerpoint/2010/main" val="298236638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0"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8ED1DB-1CB8-6E4E-ADE3-DE2ABE3225B4}"/>
              </a:ext>
            </a:extLst>
          </p:cNvPr>
          <p:cNvSpPr>
            <a:spLocks noGrp="1"/>
          </p:cNvSpPr>
          <p:nvPr>
            <p:ph type="title"/>
          </p:nvPr>
        </p:nvSpPr>
        <p:spPr/>
        <p:txBody>
          <a:bodyPr/>
          <a:lstStyle/>
          <a:p>
            <a:r>
              <a:rPr lang="en-US" altLang="ko-Kore-KR" dirty="0"/>
              <a:t>AI and Reliability Models</a:t>
            </a:r>
            <a:endParaRPr kumimoji="1" lang="ko-Kore-KR" altLang="en-US" dirty="0"/>
          </a:p>
        </p:txBody>
      </p:sp>
      <p:sp>
        <p:nvSpPr>
          <p:cNvPr id="3" name="내용 개체 틀 2">
            <a:extLst>
              <a:ext uri="{FF2B5EF4-FFF2-40B4-BE49-F238E27FC236}">
                <a16:creationId xmlns:a16="http://schemas.microsoft.com/office/drawing/2014/main" id="{0975FA0B-33C7-C942-A022-CEB072D4B44D}"/>
              </a:ext>
            </a:extLst>
          </p:cNvPr>
          <p:cNvSpPr>
            <a:spLocks noGrp="1"/>
          </p:cNvSpPr>
          <p:nvPr>
            <p:ph idx="1"/>
          </p:nvPr>
        </p:nvSpPr>
        <p:spPr/>
        <p:txBody>
          <a:bodyPr>
            <a:normAutofit/>
          </a:bodyPr>
          <a:lstStyle/>
          <a:p>
            <a:r>
              <a:rPr lang="en-US" altLang="ko-Kore-KR" dirty="0">
                <a:solidFill>
                  <a:srgbClr val="0432FF"/>
                </a:solidFill>
              </a:rPr>
              <a:t>Software reliability </a:t>
            </a:r>
            <a:r>
              <a:rPr lang="en-US" altLang="ko-Kore-KR" dirty="0"/>
              <a:t>is the </a:t>
            </a:r>
            <a:r>
              <a:rPr lang="en-US" altLang="ko-Kore-KR" u="sng" dirty="0"/>
              <a:t>probability</a:t>
            </a:r>
            <a:r>
              <a:rPr lang="en-US" altLang="ko-Kore-KR" dirty="0"/>
              <a:t> of failure-free software operation for a specified time period in a specified environment</a:t>
            </a:r>
          </a:p>
          <a:p>
            <a:r>
              <a:rPr lang="en-US" altLang="ko-Kore-KR" dirty="0">
                <a:solidFill>
                  <a:srgbClr val="0432FF"/>
                </a:solidFill>
              </a:rPr>
              <a:t>Bayesian inference </a:t>
            </a:r>
            <a:r>
              <a:rPr lang="en-US" altLang="ko-Kore-KR" dirty="0"/>
              <a:t>can be used to </a:t>
            </a:r>
            <a:r>
              <a:rPr lang="en-US" altLang="ko-Kore-KR" u="sng" dirty="0"/>
              <a:t>estimate probabilistic quantities </a:t>
            </a:r>
            <a:r>
              <a:rPr lang="en-US" altLang="ko-Kore-KR" dirty="0"/>
              <a:t>using historic data even when some of the information is missing </a:t>
            </a:r>
          </a:p>
          <a:p>
            <a:r>
              <a:rPr lang="en-US" altLang="ko-Kore-KR" dirty="0">
                <a:solidFill>
                  <a:srgbClr val="0432FF"/>
                </a:solidFill>
              </a:rPr>
              <a:t>Predictive data analytics</a:t>
            </a:r>
            <a:r>
              <a:rPr lang="en-US" altLang="ko-Kore-KR" dirty="0"/>
              <a:t> tools such as a regression model can be used to </a:t>
            </a:r>
            <a:r>
              <a:rPr lang="en-US" altLang="ko-Kore-KR" u="sng" dirty="0"/>
              <a:t>estimate where and what</a:t>
            </a:r>
            <a:r>
              <a:rPr lang="en-US" altLang="ko-Kore-KR" dirty="0"/>
              <a:t> types of defects might occur in future prototypes</a:t>
            </a:r>
          </a:p>
          <a:p>
            <a:r>
              <a:rPr lang="en-US" altLang="ko-Kore-KR" dirty="0">
                <a:solidFill>
                  <a:srgbClr val="0432FF"/>
                </a:solidFill>
              </a:rPr>
              <a:t>Genetic algorithms </a:t>
            </a:r>
            <a:r>
              <a:rPr lang="en-US" altLang="ko-Kore-KR" dirty="0"/>
              <a:t>can be used to grow reliability models by discovering relationships using historic system data to </a:t>
            </a:r>
            <a:r>
              <a:rPr lang="en-US" altLang="ko-Kore-KR" u="sng" dirty="0"/>
              <a:t>predict</a:t>
            </a:r>
            <a:r>
              <a:rPr lang="en-US" altLang="ko-Kore-KR" dirty="0"/>
              <a:t> future software component failures</a:t>
            </a:r>
          </a:p>
        </p:txBody>
      </p:sp>
      <p:sp>
        <p:nvSpPr>
          <p:cNvPr id="4" name="날짜 개체 틀 3">
            <a:extLst>
              <a:ext uri="{FF2B5EF4-FFF2-40B4-BE49-F238E27FC236}">
                <a16:creationId xmlns:a16="http://schemas.microsoft.com/office/drawing/2014/main" id="{B52D186B-3328-9C42-A47B-36C48D85FD5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DC2BA79B-1788-764D-97B5-5B88A5EB7D5F}"/>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F2FD2E42-0A81-6645-B89F-077A0C8EB060}"/>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14</a:t>
            </a:fld>
            <a:endParaRPr lang="ko-KR" altLang="en-US" dirty="0"/>
          </a:p>
        </p:txBody>
      </p:sp>
      <p:sp>
        <p:nvSpPr>
          <p:cNvPr id="7" name="Rectangle 8">
            <a:extLst>
              <a:ext uri="{FF2B5EF4-FFF2-40B4-BE49-F238E27FC236}">
                <a16:creationId xmlns:a16="http://schemas.microsoft.com/office/drawing/2014/main" id="{304E132A-8492-894A-BFC0-53D757BA1526}"/>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spTree>
    <p:extLst>
      <p:ext uri="{BB962C8B-B14F-4D97-AF65-F5344CB8AC3E}">
        <p14:creationId xmlns:p14="http://schemas.microsoft.com/office/powerpoint/2010/main" val="124680282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967CBCF-F51C-7244-8746-299B41CF2474}"/>
              </a:ext>
            </a:extLst>
          </p:cNvPr>
          <p:cNvSpPr>
            <a:spLocks noGrp="1"/>
          </p:cNvSpPr>
          <p:nvPr>
            <p:ph type="title"/>
          </p:nvPr>
        </p:nvSpPr>
        <p:spPr/>
        <p:txBody>
          <a:bodyPr/>
          <a:lstStyle/>
          <a:p>
            <a:r>
              <a:rPr lang="en-US" altLang="ko-Kore-KR" dirty="0"/>
              <a:t>Software Safety</a:t>
            </a:r>
            <a:endParaRPr kumimoji="1" lang="ko-Kore-KR" altLang="en-US" dirty="0"/>
          </a:p>
        </p:txBody>
      </p:sp>
      <p:sp>
        <p:nvSpPr>
          <p:cNvPr id="3" name="내용 개체 틀 2">
            <a:extLst>
              <a:ext uri="{FF2B5EF4-FFF2-40B4-BE49-F238E27FC236}">
                <a16:creationId xmlns:a16="http://schemas.microsoft.com/office/drawing/2014/main" id="{92B1BAFB-7CB4-E045-B939-DDA3F3B86953}"/>
              </a:ext>
            </a:extLst>
          </p:cNvPr>
          <p:cNvSpPr>
            <a:spLocks noGrp="1"/>
          </p:cNvSpPr>
          <p:nvPr>
            <p:ph idx="1"/>
          </p:nvPr>
        </p:nvSpPr>
        <p:spPr/>
        <p:txBody>
          <a:bodyPr/>
          <a:lstStyle/>
          <a:p>
            <a:r>
              <a:rPr lang="en-US" altLang="ko-Kore-KR" dirty="0">
                <a:solidFill>
                  <a:srgbClr val="0432FF"/>
                </a:solidFill>
              </a:rPr>
              <a:t>Software safety </a:t>
            </a:r>
            <a:r>
              <a:rPr lang="en-US" altLang="ko-Kore-KR" dirty="0"/>
              <a:t>is a SQA activity that focuses on the identification and assessment of potential </a:t>
            </a:r>
            <a:r>
              <a:rPr lang="en-US" altLang="ko-Kore-KR" u="sng" dirty="0"/>
              <a:t>hazards</a:t>
            </a:r>
            <a:r>
              <a:rPr lang="en-US" altLang="ko-Kore-KR" dirty="0"/>
              <a:t> that may affect software negatively and cause an entire system to fail</a:t>
            </a:r>
          </a:p>
          <a:p>
            <a:r>
              <a:rPr lang="en-US" altLang="ko-Kore-KR" dirty="0"/>
              <a:t>If hazards can be identified early in the software process, software design features can be specified that will either eliminate or control potential hazards</a:t>
            </a:r>
          </a:p>
          <a:p>
            <a:endParaRPr kumimoji="1" lang="ko-Kore-KR" altLang="en-US" dirty="0"/>
          </a:p>
        </p:txBody>
      </p:sp>
      <p:sp>
        <p:nvSpPr>
          <p:cNvPr id="4" name="날짜 개체 틀 3">
            <a:extLst>
              <a:ext uri="{FF2B5EF4-FFF2-40B4-BE49-F238E27FC236}">
                <a16:creationId xmlns:a16="http://schemas.microsoft.com/office/drawing/2014/main" id="{18BA972E-57E8-624D-B337-1E3586D8C68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7D8A70F3-3713-C146-ADAC-BD9E7802D168}"/>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5E12BA9E-8791-7D46-8F6B-8C6A89D2344A}"/>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15</a:t>
            </a:fld>
            <a:endParaRPr lang="ko-KR" altLang="en-US" dirty="0"/>
          </a:p>
        </p:txBody>
      </p:sp>
      <p:sp>
        <p:nvSpPr>
          <p:cNvPr id="7" name="Rectangle 8">
            <a:extLst>
              <a:ext uri="{FF2B5EF4-FFF2-40B4-BE49-F238E27FC236}">
                <a16:creationId xmlns:a16="http://schemas.microsoft.com/office/drawing/2014/main" id="{7A83F933-8936-BC4F-9A4D-FCD1D9910688}"/>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spTree>
    <p:extLst>
      <p:ext uri="{BB962C8B-B14F-4D97-AF65-F5344CB8AC3E}">
        <p14:creationId xmlns:p14="http://schemas.microsoft.com/office/powerpoint/2010/main" val="62445046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8ED1DB-1CB8-6E4E-ADE3-DE2ABE3225B4}"/>
              </a:ext>
            </a:extLst>
          </p:cNvPr>
          <p:cNvSpPr>
            <a:spLocks noGrp="1"/>
          </p:cNvSpPr>
          <p:nvPr>
            <p:ph type="title"/>
          </p:nvPr>
        </p:nvSpPr>
        <p:spPr/>
        <p:txBody>
          <a:bodyPr/>
          <a:lstStyle/>
          <a:p>
            <a:r>
              <a:rPr lang="en-US" altLang="ko-Kore-KR" dirty="0"/>
              <a:t>ISO 9001:2015 Standard</a:t>
            </a:r>
            <a:endParaRPr kumimoji="1" lang="ko-Kore-KR" altLang="en-US" dirty="0"/>
          </a:p>
        </p:txBody>
      </p:sp>
      <p:sp>
        <p:nvSpPr>
          <p:cNvPr id="3" name="내용 개체 틀 2">
            <a:extLst>
              <a:ext uri="{FF2B5EF4-FFF2-40B4-BE49-F238E27FC236}">
                <a16:creationId xmlns:a16="http://schemas.microsoft.com/office/drawing/2014/main" id="{0975FA0B-33C7-C942-A022-CEB072D4B44D}"/>
              </a:ext>
            </a:extLst>
          </p:cNvPr>
          <p:cNvSpPr>
            <a:spLocks noGrp="1"/>
          </p:cNvSpPr>
          <p:nvPr>
            <p:ph idx="1"/>
          </p:nvPr>
        </p:nvSpPr>
        <p:spPr/>
        <p:txBody>
          <a:bodyPr/>
          <a:lstStyle/>
          <a:p>
            <a:r>
              <a:rPr lang="en-US" altLang="ko-Kore-KR" dirty="0"/>
              <a:t>ISO 9001:2015 is the </a:t>
            </a:r>
            <a:r>
              <a:rPr lang="en-US" altLang="ko-Kore-KR" dirty="0">
                <a:solidFill>
                  <a:srgbClr val="0432FF"/>
                </a:solidFill>
              </a:rPr>
              <a:t>quality assurance standard</a:t>
            </a:r>
            <a:r>
              <a:rPr lang="en-US" altLang="ko-Kore-KR" dirty="0"/>
              <a:t> that applies to software engineering</a:t>
            </a:r>
          </a:p>
          <a:p>
            <a:r>
              <a:rPr lang="en-US" altLang="ko-Kore-KR" dirty="0"/>
              <a:t>The requirements delineated by ISO 9001:</a:t>
            </a:r>
          </a:p>
          <a:p>
            <a:pPr lvl="1"/>
            <a:r>
              <a:rPr lang="en-US" altLang="ko-Kore-KR" dirty="0"/>
              <a:t>Management responsibility, quality system, contract review, design control, document and data control, product identification and traceability, process control, inspection and testing, corrective and preventive action, control of quality records, internal quality audits, training, servicing, and statistical techniques</a:t>
            </a:r>
          </a:p>
          <a:p>
            <a:r>
              <a:rPr lang="en-US" altLang="ko-Kore-KR" dirty="0"/>
              <a:t>For an organization to become registered to ISO 9001, it must </a:t>
            </a:r>
            <a:r>
              <a:rPr lang="en-US" altLang="ko-Kore-KR" u="sng" dirty="0"/>
              <a:t>establish procedures to address each of the requirements</a:t>
            </a:r>
            <a:r>
              <a:rPr lang="en-US" altLang="ko-Kore-KR" dirty="0"/>
              <a:t> listed and able to demonstrate these policies and being followed</a:t>
            </a:r>
          </a:p>
          <a:p>
            <a:endParaRPr kumimoji="1" lang="ko-Kore-KR" altLang="en-US" dirty="0"/>
          </a:p>
        </p:txBody>
      </p:sp>
      <p:sp>
        <p:nvSpPr>
          <p:cNvPr id="4" name="날짜 개체 틀 3">
            <a:extLst>
              <a:ext uri="{FF2B5EF4-FFF2-40B4-BE49-F238E27FC236}">
                <a16:creationId xmlns:a16="http://schemas.microsoft.com/office/drawing/2014/main" id="{B52D186B-3328-9C42-A47B-36C48D85FD53}"/>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DC2BA79B-1788-764D-97B5-5B88A5EB7D5F}"/>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F2FD2E42-0A81-6645-B89F-077A0C8EB060}"/>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16</a:t>
            </a:fld>
            <a:endParaRPr lang="ko-KR" altLang="en-US" dirty="0"/>
          </a:p>
        </p:txBody>
      </p:sp>
      <p:sp>
        <p:nvSpPr>
          <p:cNvPr id="7" name="Rectangle 8">
            <a:extLst>
              <a:ext uri="{FF2B5EF4-FFF2-40B4-BE49-F238E27FC236}">
                <a16:creationId xmlns:a16="http://schemas.microsoft.com/office/drawing/2014/main" id="{304E132A-8492-894A-BFC0-53D757BA1526}"/>
              </a:ext>
            </a:extLst>
          </p:cNvPr>
          <p:cNvSpPr>
            <a:spLocks noChangeArrowheads="1"/>
          </p:cNvSpPr>
          <p:nvPr/>
        </p:nvSpPr>
        <p:spPr bwMode="auto">
          <a:xfrm>
            <a:off x="11142627" y="6248400"/>
            <a:ext cx="8947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charset="0"/>
                <a:ea typeface="굴림" charset="-127"/>
              </a:defRPr>
            </a:lvl1pPr>
            <a:lvl2pPr marL="742950" indent="-285750">
              <a:defRPr>
                <a:solidFill>
                  <a:schemeClr val="tx1"/>
                </a:solidFill>
                <a:latin typeface="Arial" charset="0"/>
                <a:ea typeface="굴림" charset="-127"/>
              </a:defRPr>
            </a:lvl2pPr>
            <a:lvl3pPr marL="1143000" indent="-228600">
              <a:defRPr>
                <a:solidFill>
                  <a:schemeClr val="tx1"/>
                </a:solidFill>
                <a:latin typeface="Arial" charset="0"/>
                <a:ea typeface="굴림" charset="-127"/>
              </a:defRPr>
            </a:lvl3pPr>
            <a:lvl4pPr marL="1600200" indent="-228600">
              <a:defRPr>
                <a:solidFill>
                  <a:schemeClr val="tx1"/>
                </a:solidFill>
                <a:latin typeface="Arial" charset="0"/>
                <a:ea typeface="굴림" charset="-127"/>
              </a:defRPr>
            </a:lvl4pPr>
            <a:lvl5pPr marL="2057400" indent="-228600">
              <a:defRPr>
                <a:solidFill>
                  <a:schemeClr val="tx1"/>
                </a:solidFill>
                <a:latin typeface="Arial" charset="0"/>
                <a:ea typeface="굴림" charset="-127"/>
              </a:defRPr>
            </a:lvl5pPr>
            <a:lvl6pPr marL="2514600" indent="-228600" algn="ctr" eaLnBrk="0" fontAlgn="base" hangingPunct="0">
              <a:spcBef>
                <a:spcPct val="0"/>
              </a:spcBef>
              <a:spcAft>
                <a:spcPct val="0"/>
              </a:spcAft>
              <a:defRPr>
                <a:solidFill>
                  <a:schemeClr val="tx1"/>
                </a:solidFill>
                <a:latin typeface="Arial" charset="0"/>
                <a:ea typeface="굴림" charset="-127"/>
              </a:defRPr>
            </a:lvl6pPr>
            <a:lvl7pPr marL="2971800" indent="-228600" algn="ctr" eaLnBrk="0" fontAlgn="base" hangingPunct="0">
              <a:spcBef>
                <a:spcPct val="0"/>
              </a:spcBef>
              <a:spcAft>
                <a:spcPct val="0"/>
              </a:spcAft>
              <a:defRPr>
                <a:solidFill>
                  <a:schemeClr val="tx1"/>
                </a:solidFill>
                <a:latin typeface="Arial" charset="0"/>
                <a:ea typeface="굴림" charset="-127"/>
              </a:defRPr>
            </a:lvl7pPr>
            <a:lvl8pPr marL="3429000" indent="-228600" algn="ctr" eaLnBrk="0" fontAlgn="base" hangingPunct="0">
              <a:spcBef>
                <a:spcPct val="0"/>
              </a:spcBef>
              <a:spcAft>
                <a:spcPct val="0"/>
              </a:spcAft>
              <a:defRPr>
                <a:solidFill>
                  <a:schemeClr val="tx1"/>
                </a:solidFill>
                <a:latin typeface="Arial" charset="0"/>
                <a:ea typeface="굴림" charset="-127"/>
              </a:defRPr>
            </a:lvl8pPr>
            <a:lvl9pPr marL="3886200" indent="-228600" algn="ctr" eaLnBrk="0" fontAlgn="base" hangingPunct="0">
              <a:spcBef>
                <a:spcPct val="0"/>
              </a:spcBef>
              <a:spcAft>
                <a:spcPct val="0"/>
              </a:spcAft>
              <a:defRPr>
                <a:solidFill>
                  <a:schemeClr val="tx1"/>
                </a:solidFill>
                <a:latin typeface="Arial" charset="0"/>
                <a:ea typeface="굴림" charset="-127"/>
              </a:defRPr>
            </a:lvl9pPr>
          </a:lstStyle>
          <a:p>
            <a:r>
              <a:rPr lang="en-GB" altLang="ko-KR" sz="1200" dirty="0">
                <a:solidFill>
                  <a:srgbClr val="B2B2B2"/>
                </a:solidFill>
              </a:rPr>
              <a:t>[PrMa20 ] </a:t>
            </a:r>
            <a:endParaRPr lang="en-US" altLang="ko-KR" sz="1200" dirty="0">
              <a:solidFill>
                <a:srgbClr val="B2B2B2"/>
              </a:solidFill>
            </a:endParaRPr>
          </a:p>
        </p:txBody>
      </p:sp>
    </p:spTree>
    <p:extLst>
      <p:ext uri="{BB962C8B-B14F-4D97-AF65-F5344CB8AC3E}">
        <p14:creationId xmlns:p14="http://schemas.microsoft.com/office/powerpoint/2010/main" val="229486619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1A22B0B-F795-5248-8665-16862705371C}"/>
              </a:ext>
            </a:extLst>
          </p:cNvPr>
          <p:cNvSpPr>
            <a:spLocks noGrp="1"/>
          </p:cNvSpPr>
          <p:nvPr>
            <p:ph type="title"/>
          </p:nvPr>
        </p:nvSpPr>
        <p:spPr>
          <a:xfrm>
            <a:off x="527382" y="116632"/>
            <a:ext cx="11359818" cy="562074"/>
          </a:xfrm>
        </p:spPr>
        <p:txBody>
          <a:bodyPr/>
          <a:lstStyle/>
          <a:p>
            <a:r>
              <a:rPr lang="en-US" altLang="ko-Kore-KR" dirty="0"/>
              <a:t>IEEE Std 730 – Software Quality Assurance Plans (SQAP)</a:t>
            </a:r>
            <a:endParaRPr kumimoji="1" lang="ko-Kore-KR" altLang="en-US" dirty="0"/>
          </a:p>
        </p:txBody>
      </p:sp>
      <p:sp>
        <p:nvSpPr>
          <p:cNvPr id="3" name="내용 개체 틀 2">
            <a:extLst>
              <a:ext uri="{FF2B5EF4-FFF2-40B4-BE49-F238E27FC236}">
                <a16:creationId xmlns:a16="http://schemas.microsoft.com/office/drawing/2014/main" id="{F3EEC591-6454-F849-9D98-4B3BC314DE79}"/>
              </a:ext>
            </a:extLst>
          </p:cNvPr>
          <p:cNvSpPr>
            <a:spLocks noGrp="1"/>
          </p:cNvSpPr>
          <p:nvPr>
            <p:ph idx="1"/>
          </p:nvPr>
        </p:nvSpPr>
        <p:spPr>
          <a:xfrm>
            <a:off x="609601" y="1222594"/>
            <a:ext cx="5105400" cy="5102006"/>
          </a:xfrm>
        </p:spPr>
        <p:txBody>
          <a:bodyPr>
            <a:normAutofit/>
          </a:bodyPr>
          <a:lstStyle/>
          <a:p>
            <a:pPr marL="0" indent="0">
              <a:buNone/>
            </a:pPr>
            <a:r>
              <a:rPr lang="en-US" altLang="ko-Kore-KR" sz="2400" dirty="0"/>
              <a:t>1) Purpose</a:t>
            </a:r>
          </a:p>
          <a:p>
            <a:pPr marL="0" indent="0">
              <a:buNone/>
            </a:pPr>
            <a:r>
              <a:rPr lang="en-US" altLang="ko-Kore-KR" sz="2400" dirty="0"/>
              <a:t>2) Reference documents</a:t>
            </a:r>
          </a:p>
          <a:p>
            <a:pPr marL="0" indent="0">
              <a:buNone/>
            </a:pPr>
            <a:r>
              <a:rPr lang="en-US" altLang="ko-Kore-KR" sz="2400" dirty="0"/>
              <a:t>3) Management</a:t>
            </a:r>
          </a:p>
          <a:p>
            <a:pPr marL="0" indent="0">
              <a:buNone/>
            </a:pPr>
            <a:r>
              <a:rPr lang="en-US" altLang="ko-Kore-KR" sz="2400" dirty="0"/>
              <a:t>4) Documentation</a:t>
            </a:r>
          </a:p>
          <a:p>
            <a:pPr marL="357188" indent="-357188">
              <a:buNone/>
            </a:pPr>
            <a:r>
              <a:rPr lang="en-US" altLang="ko-Kore-KR" sz="2400" dirty="0"/>
              <a:t>5) Standards, practices, conventions, and metrics</a:t>
            </a:r>
          </a:p>
          <a:p>
            <a:pPr marL="0" indent="0">
              <a:buNone/>
            </a:pPr>
            <a:r>
              <a:rPr lang="en-US" altLang="ko-Kore-KR" sz="2400" dirty="0"/>
              <a:t>6) </a:t>
            </a:r>
            <a:r>
              <a:rPr lang="en-US" altLang="ko-Kore-KR" sz="2400" dirty="0">
                <a:solidFill>
                  <a:srgbClr val="0432FF"/>
                </a:solidFill>
              </a:rPr>
              <a:t>Software reviews</a:t>
            </a:r>
          </a:p>
          <a:p>
            <a:pPr marL="0" indent="0">
              <a:buNone/>
            </a:pPr>
            <a:r>
              <a:rPr lang="en-US" altLang="ko-Kore-KR" sz="2400" dirty="0"/>
              <a:t>7) </a:t>
            </a:r>
            <a:r>
              <a:rPr lang="en-US" altLang="ko-Kore-KR" sz="2400" dirty="0">
                <a:solidFill>
                  <a:srgbClr val="0432FF"/>
                </a:solidFill>
              </a:rPr>
              <a:t>Test</a:t>
            </a:r>
          </a:p>
          <a:p>
            <a:pPr marL="357188" indent="-357188">
              <a:buNone/>
            </a:pPr>
            <a:r>
              <a:rPr lang="en-US" altLang="ko-Kore-KR" sz="2400" dirty="0"/>
              <a:t>8) </a:t>
            </a:r>
            <a:r>
              <a:rPr lang="en-US" altLang="ko-Kore-KR" sz="2400" dirty="0">
                <a:solidFill>
                  <a:srgbClr val="0432FF"/>
                </a:solidFill>
              </a:rPr>
              <a:t>Problem reporting and corrective action</a:t>
            </a:r>
          </a:p>
        </p:txBody>
      </p:sp>
      <p:sp>
        <p:nvSpPr>
          <p:cNvPr id="4" name="날짜 개체 틀 3">
            <a:extLst>
              <a:ext uri="{FF2B5EF4-FFF2-40B4-BE49-F238E27FC236}">
                <a16:creationId xmlns:a16="http://schemas.microsoft.com/office/drawing/2014/main" id="{6A1162B9-3611-5442-AFD5-ABF579B0EDA4}"/>
              </a:ext>
            </a:extLst>
          </p:cNvPr>
          <p:cNvSpPr>
            <a:spLocks noGrp="1"/>
          </p:cNvSpPr>
          <p:nvPr>
            <p:ph type="dt" sz="half" idx="10"/>
          </p:nvPr>
        </p:nvSpPr>
        <p:spPr/>
        <p:txBody>
          <a:bodyPr/>
          <a:lstStyle/>
          <a:p>
            <a:r>
              <a:rPr lang="en-US" altLang="ko-KR"/>
              <a:t>Spring 2025</a:t>
            </a:r>
            <a:endParaRPr lang="en-US" altLang="en-US" dirty="0"/>
          </a:p>
        </p:txBody>
      </p:sp>
      <p:sp>
        <p:nvSpPr>
          <p:cNvPr id="5" name="바닥글 개체 틀 4">
            <a:extLst>
              <a:ext uri="{FF2B5EF4-FFF2-40B4-BE49-F238E27FC236}">
                <a16:creationId xmlns:a16="http://schemas.microsoft.com/office/drawing/2014/main" id="{CFB7F986-7AC3-9E42-BF26-903EB48FB9E1}"/>
              </a:ext>
            </a:extLst>
          </p:cNvPr>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6" name="슬라이드 번호 개체 틀 5">
            <a:extLst>
              <a:ext uri="{FF2B5EF4-FFF2-40B4-BE49-F238E27FC236}">
                <a16:creationId xmlns:a16="http://schemas.microsoft.com/office/drawing/2014/main" id="{979A17D3-B432-A341-91A2-8448001D4511}"/>
              </a:ext>
            </a:extLst>
          </p:cNvPr>
          <p:cNvSpPr>
            <a:spLocks noGrp="1"/>
          </p:cNvSpPr>
          <p:nvPr>
            <p:ph type="sldNum" sz="quarter" idx="12"/>
          </p:nvPr>
        </p:nvSpPr>
        <p:spPr/>
        <p:txBody>
          <a:bodyPr/>
          <a:lstStyle/>
          <a:p>
            <a:fld id="{72AC53DF-4216-466D-99A7-94400E6C2A25}" type="slidenum">
              <a:rPr lang="en-US" altLang="ko-KR" sz="1200" smtClean="0">
                <a:solidFill>
                  <a:schemeClr val="tx2"/>
                </a:solidFill>
              </a:rPr>
              <a:pPr/>
              <a:t>17</a:t>
            </a:fld>
            <a:endParaRPr lang="ko-KR" altLang="en-US" dirty="0"/>
          </a:p>
        </p:txBody>
      </p:sp>
      <p:sp>
        <p:nvSpPr>
          <p:cNvPr id="7" name="직사각형 6">
            <a:extLst>
              <a:ext uri="{FF2B5EF4-FFF2-40B4-BE49-F238E27FC236}">
                <a16:creationId xmlns:a16="http://schemas.microsoft.com/office/drawing/2014/main" id="{7EED4513-3DE4-2D4D-A8E9-93F567F9B6B6}"/>
              </a:ext>
            </a:extLst>
          </p:cNvPr>
          <p:cNvSpPr/>
          <p:nvPr/>
        </p:nvSpPr>
        <p:spPr>
          <a:xfrm>
            <a:off x="527382" y="662316"/>
            <a:ext cx="5030416" cy="369332"/>
          </a:xfrm>
          <a:prstGeom prst="rect">
            <a:avLst/>
          </a:prstGeom>
        </p:spPr>
        <p:txBody>
          <a:bodyPr wrap="none">
            <a:spAutoFit/>
          </a:bodyPr>
          <a:lstStyle/>
          <a:p>
            <a:r>
              <a:rPr lang="ko-Kore-KR" altLang="en-US" dirty="0">
                <a:latin typeface="Arial" panose="020B0604020202020204" pitchFamily="34" charset="0"/>
                <a:cs typeface="Arial" panose="020B0604020202020204" pitchFamily="34" charset="0"/>
                <a:hlinkClick r:id="rId3"/>
              </a:rPr>
              <a:t>https://ieeexplore.ieee.org/document/1040117</a:t>
            </a:r>
            <a:r>
              <a:rPr lang="en-US" altLang="ko-Kore-KR" dirty="0">
                <a:latin typeface="Arial" panose="020B0604020202020204" pitchFamily="34" charset="0"/>
                <a:cs typeface="Arial" panose="020B0604020202020204" pitchFamily="34" charset="0"/>
              </a:rPr>
              <a:t> </a:t>
            </a:r>
            <a:endParaRPr lang="ko-Kore-KR" altLang="en-US" dirty="0">
              <a:latin typeface="Arial" panose="020B0604020202020204" pitchFamily="34" charset="0"/>
              <a:cs typeface="Arial" panose="020B0604020202020204" pitchFamily="34" charset="0"/>
            </a:endParaRPr>
          </a:p>
        </p:txBody>
      </p:sp>
      <p:sp>
        <p:nvSpPr>
          <p:cNvPr id="8" name="직사각형 7">
            <a:extLst>
              <a:ext uri="{FF2B5EF4-FFF2-40B4-BE49-F238E27FC236}">
                <a16:creationId xmlns:a16="http://schemas.microsoft.com/office/drawing/2014/main" id="{1FB967FF-2625-0548-8648-296C783F458C}"/>
              </a:ext>
            </a:extLst>
          </p:cNvPr>
          <p:cNvSpPr/>
          <p:nvPr/>
        </p:nvSpPr>
        <p:spPr>
          <a:xfrm>
            <a:off x="6096000" y="1222594"/>
            <a:ext cx="5715000" cy="4583306"/>
          </a:xfrm>
          <a:prstGeom prst="rect">
            <a:avLst/>
          </a:prstGeom>
        </p:spPr>
        <p:txBody>
          <a:bodyPr wrap="square">
            <a:spAutoFit/>
          </a:bodyPr>
          <a:lstStyle/>
          <a:p>
            <a:pPr lvl="0">
              <a:spcBef>
                <a:spcPts val="1272"/>
              </a:spcBef>
            </a:pPr>
            <a:r>
              <a:rPr kumimoji="1" lang="en-US" altLang="ko-Kore-KR" sz="2400" dirty="0">
                <a:solidFill>
                  <a:prstClr val="black"/>
                </a:solidFill>
                <a:latin typeface="Arial" charset="0"/>
                <a:cs typeface="Arial" charset="0"/>
              </a:rPr>
              <a:t>9) Tools, techniques, and methodologies</a:t>
            </a:r>
          </a:p>
          <a:p>
            <a:pPr lvl="0">
              <a:spcBef>
                <a:spcPts val="1272"/>
              </a:spcBef>
            </a:pPr>
            <a:r>
              <a:rPr kumimoji="1" lang="en-US" altLang="ko-Kore-KR" sz="2400" dirty="0">
                <a:solidFill>
                  <a:prstClr val="black"/>
                </a:solidFill>
                <a:latin typeface="Arial" charset="0"/>
                <a:cs typeface="Arial" charset="0"/>
              </a:rPr>
              <a:t>10) Media control</a:t>
            </a:r>
          </a:p>
          <a:p>
            <a:pPr lvl="0">
              <a:spcBef>
                <a:spcPts val="1272"/>
              </a:spcBef>
            </a:pPr>
            <a:r>
              <a:rPr kumimoji="1" lang="en-US" altLang="ko-Kore-KR" sz="2400" dirty="0">
                <a:solidFill>
                  <a:prstClr val="black"/>
                </a:solidFill>
                <a:latin typeface="Arial" charset="0"/>
                <a:cs typeface="Arial" charset="0"/>
              </a:rPr>
              <a:t>11) Supplier control</a:t>
            </a:r>
          </a:p>
          <a:p>
            <a:pPr marL="628650" lvl="0" indent="-628650">
              <a:spcBef>
                <a:spcPts val="1272"/>
              </a:spcBef>
            </a:pPr>
            <a:r>
              <a:rPr kumimoji="1" lang="en-US" altLang="ko-Kore-KR" sz="2400" dirty="0">
                <a:solidFill>
                  <a:prstClr val="black"/>
                </a:solidFill>
                <a:latin typeface="Arial" charset="0"/>
                <a:cs typeface="Arial" charset="0"/>
              </a:rPr>
              <a:t>12) Records collection, maintenance, and retention</a:t>
            </a:r>
          </a:p>
          <a:p>
            <a:pPr lvl="0">
              <a:spcBef>
                <a:spcPts val="1272"/>
              </a:spcBef>
            </a:pPr>
            <a:r>
              <a:rPr kumimoji="1" lang="en-US" altLang="ko-Kore-KR" sz="2400" dirty="0">
                <a:solidFill>
                  <a:prstClr val="black"/>
                </a:solidFill>
                <a:latin typeface="Arial" charset="0"/>
                <a:cs typeface="Arial" charset="0"/>
              </a:rPr>
              <a:t>13) Training</a:t>
            </a:r>
          </a:p>
          <a:p>
            <a:pPr lvl="0">
              <a:spcBef>
                <a:spcPts val="1272"/>
              </a:spcBef>
            </a:pPr>
            <a:r>
              <a:rPr kumimoji="1" lang="en-US" altLang="ko-Kore-KR" sz="2400" dirty="0">
                <a:solidFill>
                  <a:prstClr val="black"/>
                </a:solidFill>
                <a:latin typeface="Arial" charset="0"/>
                <a:cs typeface="Arial" charset="0"/>
              </a:rPr>
              <a:t>14) Risk management</a:t>
            </a:r>
          </a:p>
          <a:p>
            <a:pPr lvl="0">
              <a:spcBef>
                <a:spcPts val="1272"/>
              </a:spcBef>
            </a:pPr>
            <a:r>
              <a:rPr kumimoji="1" lang="en-US" altLang="ko-Kore-KR" sz="2400" dirty="0">
                <a:solidFill>
                  <a:prstClr val="black"/>
                </a:solidFill>
                <a:latin typeface="Arial" charset="0"/>
                <a:cs typeface="Arial" charset="0"/>
              </a:rPr>
              <a:t>15) Glossary</a:t>
            </a:r>
          </a:p>
          <a:p>
            <a:pPr lvl="0">
              <a:spcBef>
                <a:spcPts val="1272"/>
              </a:spcBef>
            </a:pPr>
            <a:r>
              <a:rPr kumimoji="1" lang="en-US" altLang="ko-Kore-KR" sz="2400" dirty="0">
                <a:solidFill>
                  <a:prstClr val="black"/>
                </a:solidFill>
                <a:latin typeface="Arial" charset="0"/>
                <a:cs typeface="Arial" charset="0"/>
              </a:rPr>
              <a:t>16) SQAP change procedure and history</a:t>
            </a:r>
          </a:p>
        </p:txBody>
      </p:sp>
    </p:spTree>
    <p:extLst>
      <p:ext uri="{BB962C8B-B14F-4D97-AF65-F5344CB8AC3E}">
        <p14:creationId xmlns:p14="http://schemas.microsoft.com/office/powerpoint/2010/main" val="116163042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제목 6"/>
          <p:cNvSpPr>
            <a:spLocks noGrp="1"/>
          </p:cNvSpPr>
          <p:nvPr>
            <p:ph type="title"/>
          </p:nvPr>
        </p:nvSpPr>
        <p:spPr/>
        <p:txBody>
          <a:bodyPr/>
          <a:lstStyle/>
          <a:p>
            <a:r>
              <a:rPr lang="en-US" altLang="ko-KR" dirty="0"/>
              <a:t>Questions?</a:t>
            </a:r>
            <a:endParaRPr lang="ko-KR" altLang="en-US" dirty="0"/>
          </a:p>
        </p:txBody>
      </p:sp>
      <p:sp>
        <p:nvSpPr>
          <p:cNvPr id="4" name="날짜 개체 틀 3"/>
          <p:cNvSpPr>
            <a:spLocks noGrp="1"/>
          </p:cNvSpPr>
          <p:nvPr>
            <p:ph type="dt" sz="half" idx="10"/>
          </p:nvPr>
        </p:nvSpPr>
        <p:spPr/>
        <p:txBody>
          <a:bodyPr/>
          <a:lstStyle/>
          <a:p>
            <a:r>
              <a:rPr lang="en-US" altLang="ko-KR"/>
              <a:t>Spring 2025</a:t>
            </a:r>
            <a:endParaRPr lang="ko-KR" altLang="en-US" dirty="0"/>
          </a:p>
        </p:txBody>
      </p:sp>
      <p:sp>
        <p:nvSpPr>
          <p:cNvPr id="6" name="바닥글 개체 틀 5"/>
          <p:cNvSpPr>
            <a:spLocks noGrp="1"/>
          </p:cNvSpPr>
          <p:nvPr>
            <p:ph type="ftr" sz="quarter" idx="11"/>
          </p:nvPr>
        </p:nvSpPr>
        <p:spPr/>
        <p:txBody>
          <a:bodyPr/>
          <a:lstStyle/>
          <a:p>
            <a:pPr algn="l" fontAlgn="base">
              <a:spcBef>
                <a:spcPct val="0"/>
              </a:spcBef>
              <a:spcAft>
                <a:spcPct val="0"/>
              </a:spcAft>
              <a:defRPr/>
            </a:pPr>
            <a:r>
              <a:rPr lang="en-US" altLang="ko-KR"/>
              <a:t>CS30500        Copyright (c) In-Young Ko, KAIST</a:t>
            </a:r>
            <a:endParaRPr lang="en-US" altLang="en-US" dirty="0"/>
          </a:p>
        </p:txBody>
      </p:sp>
      <p:sp>
        <p:nvSpPr>
          <p:cNvPr id="5" name="슬라이드 번호 개체 틀 4"/>
          <p:cNvSpPr>
            <a:spLocks noGrp="1"/>
          </p:cNvSpPr>
          <p:nvPr>
            <p:ph type="sldNum" sz="quarter" idx="12"/>
          </p:nvPr>
        </p:nvSpPr>
        <p:spPr/>
        <p:txBody>
          <a:bodyPr>
            <a:normAutofit/>
          </a:bodyPr>
          <a:lstStyle/>
          <a:p>
            <a:pPr algn="ctr"/>
            <a:fld id="{72AC53DF-4216-466D-99A7-94400E6C2A25}" type="slidenum">
              <a:rPr lang="en-US" altLang="ko-KR">
                <a:solidFill>
                  <a:schemeClr val="tx2"/>
                </a:solidFill>
              </a:rPr>
              <a:pPr algn="ctr"/>
              <a:t>18</a:t>
            </a:fld>
            <a:endParaRPr lang="ko-KR" altLang="en-US" sz="1400" b="1">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theme/theme1.xml><?xml version="1.0" encoding="utf-8"?>
<a:theme xmlns:a="http://schemas.openxmlformats.org/drawingml/2006/main" name="cs45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pFill/>
        <a:ln w="6350">
          <a:solidFill>
            <a:srgbClr val="439FD3"/>
          </a:solidFill>
        </a:ln>
        <a:effectLst>
          <a:outerShdw blurRad="63500" sx="102000" sy="102000" algn="ctr" rotWithShape="0">
            <a:prstClr val="black">
              <a:alpha val="40000"/>
            </a:prstClr>
          </a:outerShdw>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000" dirty="0" smtClean="0">
            <a:solidFill>
              <a:schemeClr val="tx1"/>
            </a:solidFill>
          </a:defRPr>
        </a:defPPr>
      </a:lstStyle>
      <a:style>
        <a:lnRef idx="1">
          <a:schemeClr val="accent4"/>
        </a:lnRef>
        <a:fillRef idx="2">
          <a:schemeClr val="accent4"/>
        </a:fillRef>
        <a:effectRef idx="1">
          <a:schemeClr val="accent4"/>
        </a:effectRef>
        <a:fontRef idx="minor">
          <a:schemeClr val="dk1"/>
        </a:fontRef>
      </a:style>
    </a:spDef>
    <a:lnDef>
      <a:spPr>
        <a:ln w="28575">
          <a:solidFill>
            <a:srgbClr val="FF0000"/>
          </a:solidFill>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chor="ctr">
        <a:noAutofit/>
      </a:bodyPr>
      <a:lstStyle>
        <a:defPPr marL="285750" indent="-285750">
          <a:spcBef>
            <a:spcPts val="600"/>
          </a:spcBef>
          <a:buFont typeface="Arial" panose="020B0604020202020204" pitchFamily="34" charset="0"/>
          <a:buChar char="•"/>
          <a:defRPr sz="1200" b="1"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1545</Words>
  <Application>Microsoft Office PowerPoint</Application>
  <PresentationFormat>와이드스크린</PresentationFormat>
  <Paragraphs>193</Paragraphs>
  <Slides>18</Slides>
  <Notes>6</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18</vt:i4>
      </vt:variant>
    </vt:vector>
  </HeadingPairs>
  <TitlesOfParts>
    <vt:vector size="24" baseType="lpstr">
      <vt:lpstr>맑은 고딕</vt:lpstr>
      <vt:lpstr>Arial</vt:lpstr>
      <vt:lpstr>Calibri</vt:lpstr>
      <vt:lpstr>Tahoma</vt:lpstr>
      <vt:lpstr>Wingdings</vt:lpstr>
      <vt:lpstr>cs457</vt:lpstr>
      <vt:lpstr>CS350: Introduction to Software Engineering</vt:lpstr>
      <vt:lpstr>Software Quality Assurance</vt:lpstr>
      <vt:lpstr>Software Quality Assurance (SQA)</vt:lpstr>
      <vt:lpstr>Data Driven SQA</vt:lpstr>
      <vt:lpstr>SQA Tasks (1/2)</vt:lpstr>
      <vt:lpstr>SQA Tasks (2/2)</vt:lpstr>
      <vt:lpstr>SQA Goals</vt:lpstr>
      <vt:lpstr>Formal SQA</vt:lpstr>
      <vt:lpstr>Statistical SQA</vt:lpstr>
      <vt:lpstr>Six Sigma for Software Engineering (1/3)</vt:lpstr>
      <vt:lpstr>Six Sigma for Software Engineering (2/3)</vt:lpstr>
      <vt:lpstr>Six Sigma for Software Engineering (2/2)</vt:lpstr>
      <vt:lpstr>Software Reliability and Availability</vt:lpstr>
      <vt:lpstr>AI and Reliability Models</vt:lpstr>
      <vt:lpstr>Software Safety</vt:lpstr>
      <vt:lpstr>ISO 9001:2015 Standard</vt:lpstr>
      <vt:lpstr>IEEE Std 730 – Software Quality Assurance Plans (SQAP)</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cp:lastPrinted>2022-04-14T11:43:25Z</cp:lastPrinted>
  <dcterms:created xsi:type="dcterms:W3CDTF">2008-07-23T13:45:57Z</dcterms:created>
  <dcterms:modified xsi:type="dcterms:W3CDTF">2025-11-10T03:43:57Z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TC101671251042</vt:lpwstr>
  </property>
</Properties>
</file>