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68C1B-3F82-4EF7-973B-BE278A383FAA}" v="28" dt="2025-11-10T03:34:41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창 장" userId="55a988cc11fcfbce" providerId="LiveId" clId="{A15CC60B-0658-4DF7-96A7-AE703EFC098F}"/>
    <pc:docChg chg="undo custSel addSld modSld">
      <pc:chgData name="세창 장" userId="55a988cc11fcfbce" providerId="LiveId" clId="{A15CC60B-0658-4DF7-96A7-AE703EFC098F}" dt="2025-11-10T03:35:21.973" v="1290" actId="20577"/>
      <pc:docMkLst>
        <pc:docMk/>
      </pc:docMkLst>
      <pc:sldChg chg="modSp new mod">
        <pc:chgData name="세창 장" userId="55a988cc11fcfbce" providerId="LiveId" clId="{A15CC60B-0658-4DF7-96A7-AE703EFC098F}" dt="2025-11-10T03:35:21.973" v="1290" actId="20577"/>
        <pc:sldMkLst>
          <pc:docMk/>
          <pc:sldMk cId="490844041" sldId="256"/>
        </pc:sldMkLst>
        <pc:spChg chg="mod">
          <ac:chgData name="세창 장" userId="55a988cc11fcfbce" providerId="LiveId" clId="{A15CC60B-0658-4DF7-96A7-AE703EFC098F}" dt="2025-11-10T03:35:21.973" v="1290" actId="20577"/>
          <ac:spMkLst>
            <pc:docMk/>
            <pc:sldMk cId="490844041" sldId="256"/>
            <ac:spMk id="2" creationId="{C5BF0098-8A55-2260-47AA-7F3FD7DAF90F}"/>
          </ac:spMkLst>
        </pc:spChg>
        <pc:spChg chg="mod">
          <ac:chgData name="세창 장" userId="55a988cc11fcfbce" providerId="LiveId" clId="{A15CC60B-0658-4DF7-96A7-AE703EFC098F}" dt="2025-11-10T02:00:12.020" v="42" actId="20577"/>
          <ac:spMkLst>
            <pc:docMk/>
            <pc:sldMk cId="490844041" sldId="256"/>
            <ac:spMk id="3" creationId="{1157DA30-6711-8343-991F-8EB624545169}"/>
          </ac:spMkLst>
        </pc:spChg>
      </pc:sldChg>
      <pc:sldChg chg="addSp delSp modSp new mod">
        <pc:chgData name="세창 장" userId="55a988cc11fcfbce" providerId="LiveId" clId="{A15CC60B-0658-4DF7-96A7-AE703EFC098F}" dt="2025-11-10T03:33:55.766" v="1267" actId="20577"/>
        <pc:sldMkLst>
          <pc:docMk/>
          <pc:sldMk cId="551991105" sldId="257"/>
        </pc:sldMkLst>
        <pc:spChg chg="mod">
          <ac:chgData name="세창 장" userId="55a988cc11fcfbce" providerId="LiveId" clId="{A15CC60B-0658-4DF7-96A7-AE703EFC098F}" dt="2025-11-10T03:20:18.090" v="72" actId="20577"/>
          <ac:spMkLst>
            <pc:docMk/>
            <pc:sldMk cId="551991105" sldId="257"/>
            <ac:spMk id="2" creationId="{573937A8-3434-0A45-948F-ED76B48F6D5A}"/>
          </ac:spMkLst>
        </pc:spChg>
        <pc:spChg chg="del">
          <ac:chgData name="세창 장" userId="55a988cc11fcfbce" providerId="LiveId" clId="{A15CC60B-0658-4DF7-96A7-AE703EFC098F}" dt="2025-11-10T03:19:40.015" v="43"/>
          <ac:spMkLst>
            <pc:docMk/>
            <pc:sldMk cId="551991105" sldId="257"/>
            <ac:spMk id="3" creationId="{3E78B84A-6938-D5E8-2DC4-22C4FA0033F5}"/>
          </ac:spMkLst>
        </pc:spChg>
        <pc:spChg chg="add mod">
          <ac:chgData name="세창 장" userId="55a988cc11fcfbce" providerId="LiveId" clId="{A15CC60B-0658-4DF7-96A7-AE703EFC098F}" dt="2025-11-10T03:33:55.766" v="1267" actId="20577"/>
          <ac:spMkLst>
            <pc:docMk/>
            <pc:sldMk cId="551991105" sldId="257"/>
            <ac:spMk id="6" creationId="{3B81F03E-60D0-F915-DAF3-17DB4D98070C}"/>
          </ac:spMkLst>
        </pc:spChg>
        <pc:picChg chg="add mod modCrop">
          <ac:chgData name="세창 장" userId="55a988cc11fcfbce" providerId="LiveId" clId="{A15CC60B-0658-4DF7-96A7-AE703EFC098F}" dt="2025-11-10T03:20:12.089" v="52" actId="1076"/>
          <ac:picMkLst>
            <pc:docMk/>
            <pc:sldMk cId="551991105" sldId="257"/>
            <ac:picMk id="5" creationId="{4202CF3D-2ED5-5339-A8C3-F520F5561D1D}"/>
          </ac:picMkLst>
        </pc:picChg>
      </pc:sldChg>
      <pc:sldChg chg="addSp modSp add mod">
        <pc:chgData name="세창 장" userId="55a988cc11fcfbce" providerId="LiveId" clId="{A15CC60B-0658-4DF7-96A7-AE703EFC098F}" dt="2025-11-10T03:34:05.607" v="1268"/>
        <pc:sldMkLst>
          <pc:docMk/>
          <pc:sldMk cId="1268784727" sldId="258"/>
        </pc:sldMkLst>
        <pc:spChg chg="add mod">
          <ac:chgData name="세창 장" userId="55a988cc11fcfbce" providerId="LiveId" clId="{A15CC60B-0658-4DF7-96A7-AE703EFC098F}" dt="2025-11-10T03:21:29.887" v="218" actId="208"/>
          <ac:spMkLst>
            <pc:docMk/>
            <pc:sldMk cId="1268784727" sldId="258"/>
            <ac:spMk id="3" creationId="{4511222B-2835-9487-066D-21AA99A66268}"/>
          </ac:spMkLst>
        </pc:spChg>
        <pc:spChg chg="mod">
          <ac:chgData name="세창 장" userId="55a988cc11fcfbce" providerId="LiveId" clId="{A15CC60B-0658-4DF7-96A7-AE703EFC098F}" dt="2025-11-10T03:34:05.607" v="1268"/>
          <ac:spMkLst>
            <pc:docMk/>
            <pc:sldMk cId="1268784727" sldId="258"/>
            <ac:spMk id="6" creationId="{E471DB5B-702B-644C-911C-E68B12427063}"/>
          </ac:spMkLst>
        </pc:spChg>
        <pc:spChg chg="add mod">
          <ac:chgData name="세창 장" userId="55a988cc11fcfbce" providerId="LiveId" clId="{A15CC60B-0658-4DF7-96A7-AE703EFC098F}" dt="2025-11-10T03:21:36.217" v="220" actId="1076"/>
          <ac:spMkLst>
            <pc:docMk/>
            <pc:sldMk cId="1268784727" sldId="258"/>
            <ac:spMk id="7" creationId="{7A631C43-6C83-D630-BE56-330DB8CC3B4B}"/>
          </ac:spMkLst>
        </pc:spChg>
        <pc:spChg chg="add mod">
          <ac:chgData name="세창 장" userId="55a988cc11fcfbce" providerId="LiveId" clId="{A15CC60B-0658-4DF7-96A7-AE703EFC098F}" dt="2025-11-10T03:21:40.698" v="222" actId="1076"/>
          <ac:spMkLst>
            <pc:docMk/>
            <pc:sldMk cId="1268784727" sldId="258"/>
            <ac:spMk id="8" creationId="{DD02E8CA-D107-7B33-A3CB-D3FCFEB779F6}"/>
          </ac:spMkLst>
        </pc:spChg>
        <pc:spChg chg="add mod">
          <ac:chgData name="세창 장" userId="55a988cc11fcfbce" providerId="LiveId" clId="{A15CC60B-0658-4DF7-96A7-AE703EFC098F}" dt="2025-11-10T03:23:45.273" v="378" actId="1037"/>
          <ac:spMkLst>
            <pc:docMk/>
            <pc:sldMk cId="1268784727" sldId="258"/>
            <ac:spMk id="9" creationId="{172B5B36-BB93-D8CC-510B-C7961E4A5E92}"/>
          </ac:spMkLst>
        </pc:spChg>
        <pc:spChg chg="add mod">
          <ac:chgData name="세창 장" userId="55a988cc11fcfbce" providerId="LiveId" clId="{A15CC60B-0658-4DF7-96A7-AE703EFC098F}" dt="2025-11-10T03:23:41.579" v="376" actId="1037"/>
          <ac:spMkLst>
            <pc:docMk/>
            <pc:sldMk cId="1268784727" sldId="258"/>
            <ac:spMk id="10" creationId="{B3FEF11A-9C2A-0659-50E0-42630DC60299}"/>
          </ac:spMkLst>
        </pc:spChg>
        <pc:spChg chg="add mod">
          <ac:chgData name="세창 장" userId="55a988cc11fcfbce" providerId="LiveId" clId="{A15CC60B-0658-4DF7-96A7-AE703EFC098F}" dt="2025-11-10T03:22:27.498" v="304" actId="1076"/>
          <ac:spMkLst>
            <pc:docMk/>
            <pc:sldMk cId="1268784727" sldId="258"/>
            <ac:spMk id="11" creationId="{E83BDCCE-5DB7-7A2B-52CE-E8E6E155638D}"/>
          </ac:spMkLst>
        </pc:spChg>
        <pc:spChg chg="add mod">
          <ac:chgData name="세창 장" userId="55a988cc11fcfbce" providerId="LiveId" clId="{A15CC60B-0658-4DF7-96A7-AE703EFC098F}" dt="2025-11-10T03:22:32.569" v="306" actId="1076"/>
          <ac:spMkLst>
            <pc:docMk/>
            <pc:sldMk cId="1268784727" sldId="258"/>
            <ac:spMk id="12" creationId="{4AA1A006-97D3-C65E-92BE-93DF926DDE19}"/>
          </ac:spMkLst>
        </pc:spChg>
        <pc:spChg chg="add mod">
          <ac:chgData name="세창 장" userId="55a988cc11fcfbce" providerId="LiveId" clId="{A15CC60B-0658-4DF7-96A7-AE703EFC098F}" dt="2025-11-10T03:22:36.791" v="308" actId="1076"/>
          <ac:spMkLst>
            <pc:docMk/>
            <pc:sldMk cId="1268784727" sldId="258"/>
            <ac:spMk id="13" creationId="{22EF7D8A-DE5F-1D39-6B8E-3F543BEA2CE5}"/>
          </ac:spMkLst>
        </pc:spChg>
        <pc:spChg chg="add mod">
          <ac:chgData name="세창 장" userId="55a988cc11fcfbce" providerId="LiveId" clId="{A15CC60B-0658-4DF7-96A7-AE703EFC098F}" dt="2025-11-10T03:22:41.111" v="310" actId="1076"/>
          <ac:spMkLst>
            <pc:docMk/>
            <pc:sldMk cId="1268784727" sldId="258"/>
            <ac:spMk id="14" creationId="{8B7D43CB-AEBE-7DD5-B2D9-7A83AD82E6C4}"/>
          </ac:spMkLst>
        </pc:spChg>
        <pc:spChg chg="add mod">
          <ac:chgData name="세창 장" userId="55a988cc11fcfbce" providerId="LiveId" clId="{A15CC60B-0658-4DF7-96A7-AE703EFC098F}" dt="2025-11-10T03:23:30.791" v="371" actId="1038"/>
          <ac:spMkLst>
            <pc:docMk/>
            <pc:sldMk cId="1268784727" sldId="258"/>
            <ac:spMk id="15" creationId="{AA04B490-071B-6AE8-8A6B-ADDDA678B546}"/>
          </ac:spMkLst>
        </pc:spChg>
        <pc:spChg chg="add mod">
          <ac:chgData name="세창 장" userId="55a988cc11fcfbce" providerId="LiveId" clId="{A15CC60B-0658-4DF7-96A7-AE703EFC098F}" dt="2025-11-10T03:22:51.115" v="314" actId="1076"/>
          <ac:spMkLst>
            <pc:docMk/>
            <pc:sldMk cId="1268784727" sldId="258"/>
            <ac:spMk id="16" creationId="{7D3A4391-3B92-1B07-96B3-03F3206B54C3}"/>
          </ac:spMkLst>
        </pc:spChg>
        <pc:spChg chg="add mod">
          <ac:chgData name="세창 장" userId="55a988cc11fcfbce" providerId="LiveId" clId="{A15CC60B-0658-4DF7-96A7-AE703EFC098F}" dt="2025-11-10T03:24:20.300" v="459"/>
          <ac:spMkLst>
            <pc:docMk/>
            <pc:sldMk cId="1268784727" sldId="258"/>
            <ac:spMk id="17" creationId="{D00DE321-4B76-1CAC-06D3-8E1DC8D72948}"/>
          </ac:spMkLst>
        </pc:spChg>
        <pc:picChg chg="mod">
          <ac:chgData name="세창 장" userId="55a988cc11fcfbce" providerId="LiveId" clId="{A15CC60B-0658-4DF7-96A7-AE703EFC098F}" dt="2025-11-10T03:22:10.587" v="294" actId="1076"/>
          <ac:picMkLst>
            <pc:docMk/>
            <pc:sldMk cId="1268784727" sldId="258"/>
            <ac:picMk id="5" creationId="{3D6AF96D-D02F-7A23-1E9B-372AA4F80216}"/>
          </ac:picMkLst>
        </pc:picChg>
      </pc:sldChg>
      <pc:sldChg chg="addSp modSp add mod">
        <pc:chgData name="세창 장" userId="55a988cc11fcfbce" providerId="LiveId" clId="{A15CC60B-0658-4DF7-96A7-AE703EFC098F}" dt="2025-11-10T03:34:17.519" v="1271" actId="1076"/>
        <pc:sldMkLst>
          <pc:docMk/>
          <pc:sldMk cId="2692087161" sldId="259"/>
        </pc:sldMkLst>
        <pc:spChg chg="mod">
          <ac:chgData name="세창 장" userId="55a988cc11fcfbce" providerId="LiveId" clId="{A15CC60B-0658-4DF7-96A7-AE703EFC098F}" dt="2025-11-10T03:34:17.519" v="1271" actId="1076"/>
          <ac:spMkLst>
            <pc:docMk/>
            <pc:sldMk cId="2692087161" sldId="259"/>
            <ac:spMk id="6" creationId="{D5BC170D-0911-2BB5-B642-1372A12A2385}"/>
          </ac:spMkLst>
        </pc:spChg>
        <pc:spChg chg="add mod">
          <ac:chgData name="세창 장" userId="55a988cc11fcfbce" providerId="LiveId" clId="{A15CC60B-0658-4DF7-96A7-AE703EFC098F}" dt="2025-11-10T03:25:35.005" v="524" actId="208"/>
          <ac:spMkLst>
            <pc:docMk/>
            <pc:sldMk cId="2692087161" sldId="259"/>
            <ac:spMk id="18" creationId="{FD412788-4ED5-BA04-C3BF-7DB20F33D1BF}"/>
          </ac:spMkLst>
        </pc:spChg>
        <pc:spChg chg="add mod">
          <ac:chgData name="세창 장" userId="55a988cc11fcfbce" providerId="LiveId" clId="{A15CC60B-0658-4DF7-96A7-AE703EFC098F}" dt="2025-11-10T03:25:21.967" v="522" actId="207"/>
          <ac:spMkLst>
            <pc:docMk/>
            <pc:sldMk cId="2692087161" sldId="259"/>
            <ac:spMk id="19" creationId="{53968D97-77D0-C920-1CEE-2BC2343A6008}"/>
          </ac:spMkLst>
        </pc:spChg>
      </pc:sldChg>
      <pc:sldChg chg="modSp new mod">
        <pc:chgData name="세창 장" userId="55a988cc11fcfbce" providerId="LiveId" clId="{A15CC60B-0658-4DF7-96A7-AE703EFC098F}" dt="2025-11-10T03:34:41.576" v="1274"/>
        <pc:sldMkLst>
          <pc:docMk/>
          <pc:sldMk cId="410127909" sldId="260"/>
        </pc:sldMkLst>
        <pc:spChg chg="mod">
          <ac:chgData name="세창 장" userId="55a988cc11fcfbce" providerId="LiveId" clId="{A15CC60B-0658-4DF7-96A7-AE703EFC098F}" dt="2025-11-10T03:27:18.075" v="685" actId="20577"/>
          <ac:spMkLst>
            <pc:docMk/>
            <pc:sldMk cId="410127909" sldId="260"/>
            <ac:spMk id="2" creationId="{21A999F7-9F58-0CA3-3555-175C6575AB95}"/>
          </ac:spMkLst>
        </pc:spChg>
        <pc:spChg chg="mod">
          <ac:chgData name="세창 장" userId="55a988cc11fcfbce" providerId="LiveId" clId="{A15CC60B-0658-4DF7-96A7-AE703EFC098F}" dt="2025-11-10T03:34:41.576" v="1274"/>
          <ac:spMkLst>
            <pc:docMk/>
            <pc:sldMk cId="410127909" sldId="260"/>
            <ac:spMk id="3" creationId="{6E2BFB96-2FFA-BD28-C8C1-AF8F3BCAA9FB}"/>
          </ac:spMkLst>
        </pc:spChg>
      </pc:sldChg>
      <pc:sldChg chg="addSp delSp modSp add mod">
        <pc:chgData name="세창 장" userId="55a988cc11fcfbce" providerId="LiveId" clId="{A15CC60B-0658-4DF7-96A7-AE703EFC098F}" dt="2025-11-10T03:34:36.182" v="1273" actId="1076"/>
        <pc:sldMkLst>
          <pc:docMk/>
          <pc:sldMk cId="3672671575" sldId="261"/>
        </pc:sldMkLst>
        <pc:spChg chg="mod">
          <ac:chgData name="세창 장" userId="55a988cc11fcfbce" providerId="LiveId" clId="{A15CC60B-0658-4DF7-96A7-AE703EFC098F}" dt="2025-11-10T03:34:36.182" v="1273" actId="1076"/>
          <ac:spMkLst>
            <pc:docMk/>
            <pc:sldMk cId="3672671575" sldId="261"/>
            <ac:spMk id="6" creationId="{8963D16D-5921-456B-EFCE-CFADB4512205}"/>
          </ac:spMkLst>
        </pc:spChg>
        <pc:spChg chg="mod">
          <ac:chgData name="세창 장" userId="55a988cc11fcfbce" providerId="LiveId" clId="{A15CC60B-0658-4DF7-96A7-AE703EFC098F}" dt="2025-11-10T03:29:42.997" v="1005" actId="208"/>
          <ac:spMkLst>
            <pc:docMk/>
            <pc:sldMk cId="3672671575" sldId="261"/>
            <ac:spMk id="18" creationId="{EEB1A034-F6BD-0771-B969-CDBADDEB1B0B}"/>
          </ac:spMkLst>
        </pc:spChg>
        <pc:spChg chg="mod">
          <ac:chgData name="세창 장" userId="55a988cc11fcfbce" providerId="LiveId" clId="{A15CC60B-0658-4DF7-96A7-AE703EFC098F}" dt="2025-11-10T03:29:53.753" v="1014" actId="1076"/>
          <ac:spMkLst>
            <pc:docMk/>
            <pc:sldMk cId="3672671575" sldId="261"/>
            <ac:spMk id="19" creationId="{3387A9A4-66A7-2306-D826-C303EB430750}"/>
          </ac:spMkLst>
        </pc:spChg>
        <pc:spChg chg="add mod">
          <ac:chgData name="세창 장" userId="55a988cc11fcfbce" providerId="LiveId" clId="{A15CC60B-0658-4DF7-96A7-AE703EFC098F}" dt="2025-11-10T03:29:24.074" v="1002" actId="1076"/>
          <ac:spMkLst>
            <pc:docMk/>
            <pc:sldMk cId="3672671575" sldId="261"/>
            <ac:spMk id="20" creationId="{4C53C410-19AB-6EC9-6CD1-66066DA22DB0}"/>
          </ac:spMkLst>
        </pc:spChg>
        <pc:spChg chg="add mod">
          <ac:chgData name="세창 장" userId="55a988cc11fcfbce" providerId="LiveId" clId="{A15CC60B-0658-4DF7-96A7-AE703EFC098F}" dt="2025-11-10T03:30:08.241" v="1022" actId="20577"/>
          <ac:spMkLst>
            <pc:docMk/>
            <pc:sldMk cId="3672671575" sldId="261"/>
            <ac:spMk id="21" creationId="{AEDC4FE2-19AC-C60D-8449-ED7991D516A6}"/>
          </ac:spMkLst>
        </pc:spChg>
        <pc:spChg chg="add del mod">
          <ac:chgData name="세창 장" userId="55a988cc11fcfbce" providerId="LiveId" clId="{A15CC60B-0658-4DF7-96A7-AE703EFC098F}" dt="2025-11-10T03:31:26.967" v="1238" actId="478"/>
          <ac:spMkLst>
            <pc:docMk/>
            <pc:sldMk cId="3672671575" sldId="261"/>
            <ac:spMk id="22" creationId="{D3ECDB3D-6896-E842-9A72-FD4EDC1272F0}"/>
          </ac:spMkLst>
        </pc:spChg>
        <pc:spChg chg="add mod">
          <ac:chgData name="세창 장" userId="55a988cc11fcfbce" providerId="LiveId" clId="{A15CC60B-0658-4DF7-96A7-AE703EFC098F}" dt="2025-11-10T03:31:50.219" v="1246" actId="208"/>
          <ac:spMkLst>
            <pc:docMk/>
            <pc:sldMk cId="3672671575" sldId="261"/>
            <ac:spMk id="23" creationId="{6CCD4A67-2D36-C0A4-BCE4-83ECF854B81A}"/>
          </ac:spMkLst>
        </pc:spChg>
        <pc:spChg chg="add mod">
          <ac:chgData name="세창 장" userId="55a988cc11fcfbce" providerId="LiveId" clId="{A15CC60B-0658-4DF7-96A7-AE703EFC098F}" dt="2025-11-10T03:31:54.594" v="1248" actId="571"/>
          <ac:spMkLst>
            <pc:docMk/>
            <pc:sldMk cId="3672671575" sldId="261"/>
            <ac:spMk id="25" creationId="{6EE90B20-DA7B-40F2-61B3-46500294D3C2}"/>
          </ac:spMkLst>
        </pc:spChg>
        <pc:picChg chg="add mod">
          <ac:chgData name="세창 장" userId="55a988cc11fcfbce" providerId="LiveId" clId="{A15CC60B-0658-4DF7-96A7-AE703EFC098F}" dt="2025-11-10T03:31:54.594" v="1248" actId="571"/>
          <ac:picMkLst>
            <pc:docMk/>
            <pc:sldMk cId="3672671575" sldId="261"/>
            <ac:picMk id="24" creationId="{AD32A331-F497-A158-3B04-839C94C74F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00A9B-FB33-4743-90E0-5575E32CD29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3C22B-D469-489B-9EA1-291EE2C6E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74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5A2A-4B08-2994-F632-64D10494A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4866B2-FAFB-57B6-C50C-FD3C51F7A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DF1EB8-2B82-449B-EB55-FB354E83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574C-83E3-4427-B230-7C10FF38752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18BB4-28FB-1B8D-3DE4-60B5B315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96B529-6478-BAAE-EBCE-9EEF5218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6B6EB-F49D-187D-95FE-801A79F9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FF83A-D8E9-588A-64B3-04907D0AB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EE4021-D10D-8152-50CD-CBC86597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51C0-AC51-4896-890C-5E511B94973A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43DF6-0C32-BBE2-B7AC-0D32A412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C3CAA-DFF1-9E30-EA46-24BD5F72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45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FAD88-F028-351E-8FC3-682825D2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B5F81D-AB9F-3601-1272-5B3B4EB52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DDA1F-8C2A-4784-C229-D9A2CCFA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7F0B-770F-443E-A846-27B217A284C4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0B36E-DBB8-9EED-E537-E9C2C51A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CF3AE-0BA8-1C2E-9DCD-A3951D93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78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97106-4911-3247-FF46-56C0529A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D307CF-57D4-2D60-0E72-89D562EB2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7DD845-1CCE-0919-D684-20D173DE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0B2C01-D6FE-6D46-FE78-F8DBCB8D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5DEFC-CBFE-4D06-A77A-1948CE9CAEA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CAD003-C384-E989-31DB-7D8A57A4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D48F6B-8E68-58B1-D046-61A99F69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45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4D33E-947C-79B5-DD33-1176EB23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CC588-E566-BE95-B0E2-84082BB44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DCA67-5506-A50D-6C00-FB23B1E01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886E1E-32BA-CF36-ED8B-9D6C537E0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6065D-4221-F1F7-1C90-9073D5300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612337-13E4-1E74-44B1-BE3816F5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CCC8-57E9-44D6-9C1F-AF3BBA14CE5F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46D987-E5B6-9A2F-3CB0-E38213F9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17A36F-8D61-B696-A364-5ACF9BB1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43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B97AD-BA95-8381-045D-44FBC3F0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76A36B-1A36-748B-5898-459B8FC0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9A78-9022-4B9E-B308-1C58A9ABA408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F8806C-779C-11C2-B1E8-D0E28A80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7CB583-3D86-AD25-E447-B84CEF24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42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8EBDFB-8F5D-4C16-9E99-85DA22AD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81450-0233-4025-87B8-45BCBE4E587A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1D4F74-BE75-03C1-B97F-30651723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1A241-AD49-F757-C71A-B240994D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05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1E179-B070-0937-B396-1D84A8AA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C43000-F211-CDF8-EDF6-2B0A06C1F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27D83-096B-F979-4977-FB652F9C0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6AE61C-56E1-3753-21C7-22485D5B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0E94-614F-4E2D-86FF-3F8CBD3F1C43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918BD-F50A-263F-4556-54D58E71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568883-301F-EE99-FCE0-46AAF621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5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F3D2C-D054-8333-0ACA-8E06308C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C7908A-1169-62EB-FA83-5EFC2B2A4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A1838-9BE3-056B-511C-876670201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41C9F7-C0AC-F6B1-BF7A-5028EFDC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FE66-7A5B-44AB-B574-FA56074FF56D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CC52B9-5366-5CA3-074A-D489628E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533294-90F2-A247-D756-C40D5AEC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60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5BED7-9B63-73A4-93F0-22DE716B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C5B0BF-140E-DC4F-BD2F-B5D2276A9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D1D41-B33B-D045-9452-3B383948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0D70-E102-474F-B309-EA5E9F821D8C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8A711-0476-716A-62B1-C2DAFA78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54757-5092-AB04-51C2-764D1CD8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71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1EC752-87AA-4346-5491-0EE609DB1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CDFF3C-C902-1AD8-FD1A-B48FA9236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4DA3C-6E6E-11B9-5AC2-0A0D9572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D906-B5C9-4E52-9EB7-27F63C2EE6E4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1E36BD-0947-2675-299E-FCD6D739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D2340-FF89-FC80-8662-ACD61B21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03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F65B6E-5F31-DBD6-C0E7-2699A2E2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5E5D7-291B-277C-A3D4-1A9913A5F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72A401-75DF-B80D-2A5D-69827E684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72330-C002-45F7-9232-32B927D349E6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F6FAF-998F-AE7B-3467-5E98BFFCF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0736FA-CC21-D0B4-F1D9-C7A613A63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7C74A-A7EA-4E63-9EE9-762C83ED5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15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F0098-8A55-2260-47AA-7F3FD7DAF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HW Announcement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57DA30-6711-8343-991F-8EB624545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CS 350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D559BC-B3E9-11DE-806D-A2CBB00A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4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937A8-3434-0A45-948F-ED76B48F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Floor Plan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59C22-A8E0-B0B4-A61F-C02AC768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202CF3D-2ED5-5339-A8C3-F520F5561D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13640" t="19565" r="36785" b="27144"/>
          <a:stretch>
            <a:fillRect/>
          </a:stretch>
        </p:blipFill>
        <p:spPr bwMode="auto">
          <a:xfrm>
            <a:off x="838200" y="1934484"/>
            <a:ext cx="4749330" cy="41814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81F03E-60D0-F915-DAF3-17DB4D98070C}"/>
              </a:ext>
            </a:extLst>
          </p:cNvPr>
          <p:cNvSpPr txBox="1"/>
          <p:nvPr/>
        </p:nvSpPr>
        <p:spPr>
          <a:xfrm>
            <a:off x="6414585" y="3303787"/>
            <a:ext cx="48936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The system operation is based on the fixed floor plan illustrated in the figure.</a:t>
            </a:r>
            <a:br>
              <a:rPr lang="en-US" altLang="ko-KR"/>
            </a:b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All sensor locations are static and predetermined.</a:t>
            </a:r>
          </a:p>
        </p:txBody>
      </p:sp>
    </p:spTree>
    <p:extLst>
      <p:ext uri="{BB962C8B-B14F-4D97-AF65-F5344CB8AC3E}">
        <p14:creationId xmlns:p14="http://schemas.microsoft.com/office/powerpoint/2010/main" val="55199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540C-DE81-D5AE-A7B0-65437CD7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81831-B7BF-5DDD-16AA-476C7D08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Floor Plan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97BF5-272D-6A38-7CAA-5BB942C9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D6AF96D-D02F-7A23-1E9B-372AA4F802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13640" t="19565" r="36785" b="27144"/>
          <a:stretch>
            <a:fillRect/>
          </a:stretch>
        </p:blipFill>
        <p:spPr bwMode="auto">
          <a:xfrm>
            <a:off x="838200" y="1934484"/>
            <a:ext cx="4749330" cy="41814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71DB5B-702B-644C-911C-E68B12427063}"/>
              </a:ext>
            </a:extLst>
          </p:cNvPr>
          <p:cNvSpPr txBox="1"/>
          <p:nvPr/>
        </p:nvSpPr>
        <p:spPr>
          <a:xfrm>
            <a:off x="6414585" y="3303787"/>
            <a:ext cx="4893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Safety zones are defined by the inclusion of specific sensors (represented by red dots).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511222B-2835-9487-066D-21AA99A66268}"/>
              </a:ext>
            </a:extLst>
          </p:cNvPr>
          <p:cNvSpPr/>
          <p:nvPr/>
        </p:nvSpPr>
        <p:spPr>
          <a:xfrm>
            <a:off x="2242348" y="288104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631C43-6C83-D630-BE56-330DB8CC3B4B}"/>
              </a:ext>
            </a:extLst>
          </p:cNvPr>
          <p:cNvSpPr/>
          <p:nvPr/>
        </p:nvSpPr>
        <p:spPr>
          <a:xfrm>
            <a:off x="2992792" y="380050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02E8CA-D107-7B33-A3CB-D3FCFEB779F6}"/>
              </a:ext>
            </a:extLst>
          </p:cNvPr>
          <p:cNvSpPr/>
          <p:nvPr/>
        </p:nvSpPr>
        <p:spPr>
          <a:xfrm>
            <a:off x="4172267" y="4269262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72B5B36-BB93-D8CC-510B-C7961E4A5E92}"/>
              </a:ext>
            </a:extLst>
          </p:cNvPr>
          <p:cNvSpPr/>
          <p:nvPr/>
        </p:nvSpPr>
        <p:spPr>
          <a:xfrm>
            <a:off x="4792706" y="397095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FEF11A-9C2A-0659-50E0-42630DC60299}"/>
              </a:ext>
            </a:extLst>
          </p:cNvPr>
          <p:cNvSpPr/>
          <p:nvPr/>
        </p:nvSpPr>
        <p:spPr>
          <a:xfrm>
            <a:off x="4799389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83BDCCE-5DB7-7A2B-52CE-E8E6E155638D}"/>
              </a:ext>
            </a:extLst>
          </p:cNvPr>
          <p:cNvSpPr/>
          <p:nvPr/>
        </p:nvSpPr>
        <p:spPr>
          <a:xfrm>
            <a:off x="4254976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AA1A006-97D3-C65E-92BE-93DF926DDE19}"/>
              </a:ext>
            </a:extLst>
          </p:cNvPr>
          <p:cNvSpPr/>
          <p:nvPr/>
        </p:nvSpPr>
        <p:spPr>
          <a:xfrm>
            <a:off x="3212865" y="2616176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2EF7D8A-DE5F-1D39-6B8E-3F543BEA2CE5}"/>
              </a:ext>
            </a:extLst>
          </p:cNvPr>
          <p:cNvSpPr/>
          <p:nvPr/>
        </p:nvSpPr>
        <p:spPr>
          <a:xfrm>
            <a:off x="1942823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B7D43CB-AEBE-7DD5-B2D9-7A83AD82E6C4}"/>
              </a:ext>
            </a:extLst>
          </p:cNvPr>
          <p:cNvSpPr/>
          <p:nvPr/>
        </p:nvSpPr>
        <p:spPr>
          <a:xfrm>
            <a:off x="1609854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04B490-071B-6AE8-8A6B-ADDDA678B546}"/>
              </a:ext>
            </a:extLst>
          </p:cNvPr>
          <p:cNvSpPr/>
          <p:nvPr/>
        </p:nvSpPr>
        <p:spPr>
          <a:xfrm>
            <a:off x="1622856" y="396759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D3A4391-3B92-1B07-96B3-03F3206B54C3}"/>
              </a:ext>
            </a:extLst>
          </p:cNvPr>
          <p:cNvSpPr/>
          <p:nvPr/>
        </p:nvSpPr>
        <p:spPr>
          <a:xfrm>
            <a:off x="2025532" y="4518690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00DE321-4B76-1CAC-06D3-8E1DC8D72948}"/>
              </a:ext>
            </a:extLst>
          </p:cNvPr>
          <p:cNvSpPr/>
          <p:nvPr/>
        </p:nvSpPr>
        <p:spPr>
          <a:xfrm>
            <a:off x="1609854" y="3954593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78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7C97-087F-FF9D-BFFC-0DA1099B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F57C9-283C-548E-C145-76B585CA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Floor Plan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F1CC5-C596-38D7-2050-62C40B60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6E8C2BB-CE3A-096C-10A6-462C903424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13640" t="19565" r="36785" b="27144"/>
          <a:stretch>
            <a:fillRect/>
          </a:stretch>
        </p:blipFill>
        <p:spPr bwMode="auto">
          <a:xfrm>
            <a:off x="838200" y="1934484"/>
            <a:ext cx="4749330" cy="41814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C170D-0911-2BB5-B642-1372A12A2385}"/>
              </a:ext>
            </a:extLst>
          </p:cNvPr>
          <p:cNvSpPr txBox="1"/>
          <p:nvPr/>
        </p:nvSpPr>
        <p:spPr>
          <a:xfrm>
            <a:off x="6414585" y="3150178"/>
            <a:ext cx="4893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Safety zones are defined by the inclusion of specific sensors (represented by red dots).</a:t>
            </a:r>
          </a:p>
          <a:p>
            <a:pPr marL="285750" indent="-285750">
              <a:buFontTx/>
              <a:buChar char="-"/>
            </a:pP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A sensor is considered 'included' in a zone even if the zone only covers the sensor point itself, not the entire fixture (e.g., the whole window).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52A2AC7-E84E-B1FF-16D8-573D6B17C679}"/>
              </a:ext>
            </a:extLst>
          </p:cNvPr>
          <p:cNvSpPr/>
          <p:nvPr/>
        </p:nvSpPr>
        <p:spPr>
          <a:xfrm>
            <a:off x="2242348" y="288104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C93E282-B171-FD37-68A9-E8EE85EF563B}"/>
              </a:ext>
            </a:extLst>
          </p:cNvPr>
          <p:cNvSpPr/>
          <p:nvPr/>
        </p:nvSpPr>
        <p:spPr>
          <a:xfrm>
            <a:off x="2992792" y="380050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631D210-83AC-6226-0FA6-CEC67E591188}"/>
              </a:ext>
            </a:extLst>
          </p:cNvPr>
          <p:cNvSpPr/>
          <p:nvPr/>
        </p:nvSpPr>
        <p:spPr>
          <a:xfrm>
            <a:off x="4172267" y="4269262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E88C0A1-49DC-3782-7645-DF0C617072A4}"/>
              </a:ext>
            </a:extLst>
          </p:cNvPr>
          <p:cNvSpPr/>
          <p:nvPr/>
        </p:nvSpPr>
        <p:spPr>
          <a:xfrm>
            <a:off x="4792706" y="397095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099569F-003C-8BC9-7419-01B10994B8FF}"/>
              </a:ext>
            </a:extLst>
          </p:cNvPr>
          <p:cNvSpPr/>
          <p:nvPr/>
        </p:nvSpPr>
        <p:spPr>
          <a:xfrm>
            <a:off x="4799389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9B3E0CB-681D-97E4-67DD-96F81F7995B8}"/>
              </a:ext>
            </a:extLst>
          </p:cNvPr>
          <p:cNvSpPr/>
          <p:nvPr/>
        </p:nvSpPr>
        <p:spPr>
          <a:xfrm>
            <a:off x="4254976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0AECAC7-CF83-BED5-A5B5-0405B93F70A3}"/>
              </a:ext>
            </a:extLst>
          </p:cNvPr>
          <p:cNvSpPr/>
          <p:nvPr/>
        </p:nvSpPr>
        <p:spPr>
          <a:xfrm>
            <a:off x="3212865" y="2616176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BA8608-02E1-CBE6-974D-215DE4352F55}"/>
              </a:ext>
            </a:extLst>
          </p:cNvPr>
          <p:cNvSpPr/>
          <p:nvPr/>
        </p:nvSpPr>
        <p:spPr>
          <a:xfrm>
            <a:off x="1942823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7C020F1-BDB8-5D7D-2B1F-A882BBD86FC3}"/>
              </a:ext>
            </a:extLst>
          </p:cNvPr>
          <p:cNvSpPr/>
          <p:nvPr/>
        </p:nvSpPr>
        <p:spPr>
          <a:xfrm>
            <a:off x="1609854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5894552-6886-1A6D-E0A0-A42CEB5527EE}"/>
              </a:ext>
            </a:extLst>
          </p:cNvPr>
          <p:cNvSpPr/>
          <p:nvPr/>
        </p:nvSpPr>
        <p:spPr>
          <a:xfrm>
            <a:off x="1622856" y="396759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EE73B31-E721-D52C-96A1-11C72F069C50}"/>
              </a:ext>
            </a:extLst>
          </p:cNvPr>
          <p:cNvSpPr/>
          <p:nvPr/>
        </p:nvSpPr>
        <p:spPr>
          <a:xfrm>
            <a:off x="2025532" y="4518690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AF7FD0-1486-13B1-25E8-E5A95A4177CE}"/>
              </a:ext>
            </a:extLst>
          </p:cNvPr>
          <p:cNvSpPr/>
          <p:nvPr/>
        </p:nvSpPr>
        <p:spPr>
          <a:xfrm>
            <a:off x="1609854" y="3954593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액자 17">
            <a:extLst>
              <a:ext uri="{FF2B5EF4-FFF2-40B4-BE49-F238E27FC236}">
                <a16:creationId xmlns:a16="http://schemas.microsoft.com/office/drawing/2014/main" id="{FD412788-4ED5-BA04-C3BF-7DB20F33D1BF}"/>
              </a:ext>
            </a:extLst>
          </p:cNvPr>
          <p:cNvSpPr/>
          <p:nvPr/>
        </p:nvSpPr>
        <p:spPr>
          <a:xfrm>
            <a:off x="3956622" y="2497521"/>
            <a:ext cx="1046137" cy="767056"/>
          </a:xfrm>
          <a:prstGeom prst="frame">
            <a:avLst>
              <a:gd name="adj1" fmla="val 459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968D97-77D0-C920-1CEE-2BC2343A6008}"/>
              </a:ext>
            </a:extLst>
          </p:cNvPr>
          <p:cNvSpPr txBox="1"/>
          <p:nvPr/>
        </p:nvSpPr>
        <p:spPr>
          <a:xfrm>
            <a:off x="3856947" y="2122205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Safety zone</a:t>
            </a:r>
            <a:endParaRPr lang="ko-KR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08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91BAE-1A45-075E-223F-48DDCAAD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7EFE7-2E6E-D197-7F42-D826E81C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Floor Plan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1056B-6E2B-34D4-B57B-7134B3F5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E396B89-AAB5-DC08-9DD8-D15E79F7DB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13640" t="19565" r="36785" b="27144"/>
          <a:stretch>
            <a:fillRect/>
          </a:stretch>
        </p:blipFill>
        <p:spPr bwMode="auto">
          <a:xfrm>
            <a:off x="838200" y="1934484"/>
            <a:ext cx="4749330" cy="41814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3D16D-5921-456B-EFCE-CFADB4512205}"/>
              </a:ext>
            </a:extLst>
          </p:cNvPr>
          <p:cNvSpPr txBox="1"/>
          <p:nvPr/>
        </p:nvSpPr>
        <p:spPr>
          <a:xfrm>
            <a:off x="6414585" y="2949974"/>
            <a:ext cx="48936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For motion sensors, if a safety zone overlaps with any part of the sensor's detection area, the sensor is considered part of that zone.</a:t>
            </a:r>
          </a:p>
          <a:p>
            <a:pPr marL="285750" indent="-285750">
              <a:buFontTx/>
              <a:buChar char="-"/>
            </a:pP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Sensor Deactivation Logic: A motion sensor shared by multiple zones will remain active unless all zones it belongs to are deactivated.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5054FB5-73CE-D896-E0D3-D81361027B6A}"/>
              </a:ext>
            </a:extLst>
          </p:cNvPr>
          <p:cNvSpPr/>
          <p:nvPr/>
        </p:nvSpPr>
        <p:spPr>
          <a:xfrm>
            <a:off x="2242348" y="288104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DFCF24-9FCF-9432-8045-7A929173CB3E}"/>
              </a:ext>
            </a:extLst>
          </p:cNvPr>
          <p:cNvSpPr/>
          <p:nvPr/>
        </p:nvSpPr>
        <p:spPr>
          <a:xfrm>
            <a:off x="2992792" y="380050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F12816C-799F-BD31-073B-D4C1B17B7D1B}"/>
              </a:ext>
            </a:extLst>
          </p:cNvPr>
          <p:cNvSpPr/>
          <p:nvPr/>
        </p:nvSpPr>
        <p:spPr>
          <a:xfrm>
            <a:off x="4172267" y="4269262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B5C8DE5-E670-FDFD-016F-A3F5A5A6D787}"/>
              </a:ext>
            </a:extLst>
          </p:cNvPr>
          <p:cNvSpPr/>
          <p:nvPr/>
        </p:nvSpPr>
        <p:spPr>
          <a:xfrm>
            <a:off x="4792706" y="397095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77C448-8CBF-E464-681E-DC65E039CD45}"/>
              </a:ext>
            </a:extLst>
          </p:cNvPr>
          <p:cNvSpPr/>
          <p:nvPr/>
        </p:nvSpPr>
        <p:spPr>
          <a:xfrm>
            <a:off x="4799389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4F19A5-DB5D-031E-C9FB-7874E31D6658}"/>
              </a:ext>
            </a:extLst>
          </p:cNvPr>
          <p:cNvSpPr/>
          <p:nvPr/>
        </p:nvSpPr>
        <p:spPr>
          <a:xfrm>
            <a:off x="4254976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4A397AF-54EC-D4EC-96C3-4BB207805365}"/>
              </a:ext>
            </a:extLst>
          </p:cNvPr>
          <p:cNvSpPr/>
          <p:nvPr/>
        </p:nvSpPr>
        <p:spPr>
          <a:xfrm>
            <a:off x="3212865" y="2616176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FF6F5BE-2F35-2BC9-F9B7-BD7F58889390}"/>
              </a:ext>
            </a:extLst>
          </p:cNvPr>
          <p:cNvSpPr/>
          <p:nvPr/>
        </p:nvSpPr>
        <p:spPr>
          <a:xfrm>
            <a:off x="1942823" y="2650639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49C084B-857B-DDF8-50C1-6C518BB11E9F}"/>
              </a:ext>
            </a:extLst>
          </p:cNvPr>
          <p:cNvSpPr/>
          <p:nvPr/>
        </p:nvSpPr>
        <p:spPr>
          <a:xfrm>
            <a:off x="1609854" y="307461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64161CE-7496-F4D3-BCBC-3336D3111FE4}"/>
              </a:ext>
            </a:extLst>
          </p:cNvPr>
          <p:cNvSpPr/>
          <p:nvPr/>
        </p:nvSpPr>
        <p:spPr>
          <a:xfrm>
            <a:off x="1622856" y="3967595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7FECAD1-915D-79C3-5202-1C643E801BB4}"/>
              </a:ext>
            </a:extLst>
          </p:cNvPr>
          <p:cNvSpPr/>
          <p:nvPr/>
        </p:nvSpPr>
        <p:spPr>
          <a:xfrm>
            <a:off x="2025532" y="4518690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A338EAD-F270-6488-07DF-A9596E93C5CB}"/>
              </a:ext>
            </a:extLst>
          </p:cNvPr>
          <p:cNvSpPr/>
          <p:nvPr/>
        </p:nvSpPr>
        <p:spPr>
          <a:xfrm>
            <a:off x="1609854" y="3954593"/>
            <a:ext cx="82709" cy="689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액자 17">
            <a:extLst>
              <a:ext uri="{FF2B5EF4-FFF2-40B4-BE49-F238E27FC236}">
                <a16:creationId xmlns:a16="http://schemas.microsoft.com/office/drawing/2014/main" id="{EEB1A034-F6BD-0771-B969-CDBADDEB1B0B}"/>
              </a:ext>
            </a:extLst>
          </p:cNvPr>
          <p:cNvSpPr/>
          <p:nvPr/>
        </p:nvSpPr>
        <p:spPr>
          <a:xfrm>
            <a:off x="4036154" y="2464192"/>
            <a:ext cx="1046137" cy="767056"/>
          </a:xfrm>
          <a:prstGeom prst="frame">
            <a:avLst>
              <a:gd name="adj1" fmla="val 459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87A9A4-66A7-2306-D826-C303EB430750}"/>
              </a:ext>
            </a:extLst>
          </p:cNvPr>
          <p:cNvSpPr txBox="1"/>
          <p:nvPr/>
        </p:nvSpPr>
        <p:spPr>
          <a:xfrm>
            <a:off x="3575259" y="2122205"/>
            <a:ext cx="190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Safety zone : off</a:t>
            </a:r>
            <a:endParaRPr lang="ko-KR" altLang="en-US"/>
          </a:p>
        </p:txBody>
      </p:sp>
      <p:sp>
        <p:nvSpPr>
          <p:cNvPr id="20" name="액자 19">
            <a:extLst>
              <a:ext uri="{FF2B5EF4-FFF2-40B4-BE49-F238E27FC236}">
                <a16:creationId xmlns:a16="http://schemas.microsoft.com/office/drawing/2014/main" id="{4C53C410-19AB-6EC9-6CD1-66066DA22DB0}"/>
              </a:ext>
            </a:extLst>
          </p:cNvPr>
          <p:cNvSpPr/>
          <p:nvPr/>
        </p:nvSpPr>
        <p:spPr>
          <a:xfrm>
            <a:off x="1419754" y="2506877"/>
            <a:ext cx="1046137" cy="767056"/>
          </a:xfrm>
          <a:prstGeom prst="frame">
            <a:avLst>
              <a:gd name="adj1" fmla="val 459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C4FE2-19AC-C60D-8449-ED7991D516A6}"/>
              </a:ext>
            </a:extLst>
          </p:cNvPr>
          <p:cNvSpPr txBox="1"/>
          <p:nvPr/>
        </p:nvSpPr>
        <p:spPr>
          <a:xfrm>
            <a:off x="955407" y="213104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Safety zone : on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6CCD4A67-2D36-C0A4-BCE4-83ECF854B81A}"/>
              </a:ext>
            </a:extLst>
          </p:cNvPr>
          <p:cNvSpPr/>
          <p:nvPr/>
        </p:nvSpPr>
        <p:spPr>
          <a:xfrm>
            <a:off x="1841800" y="3061613"/>
            <a:ext cx="2881877" cy="107453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7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999F7-9F58-0CA3-3555-175C6575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 implementation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BFB96-2FFA-BD28-C8C1-AF8F3BCA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Virtual devices representing the sensors will be provided during the implementation stage.</a:t>
            </a:r>
          </a:p>
          <a:p>
            <a:endParaRPr lang="en-US" altLang="ko-KR"/>
          </a:p>
          <a:p>
            <a:r>
              <a:rPr lang="en-US" altLang="ko-KR"/>
              <a:t>Simple, scenario-based test cases will be provided for validation during implementation.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B5E891-792B-4378-5192-304EBD13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C74A-A7EA-4E63-9EE9-762C83ED52A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195</Words>
  <Application>Microsoft Office PowerPoint</Application>
  <PresentationFormat>와이드스크린</PresentationFormat>
  <Paragraphs>28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HW Announcement</vt:lpstr>
      <vt:lpstr>Floor Plan</vt:lpstr>
      <vt:lpstr>Floor Plan</vt:lpstr>
      <vt:lpstr>Floor Plan</vt:lpstr>
      <vt:lpstr>Floor Plan</vt:lpstr>
      <vt:lpstr>For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세창 장</dc:creator>
  <cp:lastModifiedBy>세창 장</cp:lastModifiedBy>
  <cp:revision>1</cp:revision>
  <dcterms:created xsi:type="dcterms:W3CDTF">2025-11-10T01:59:53Z</dcterms:created>
  <dcterms:modified xsi:type="dcterms:W3CDTF">2025-11-10T03:35:22Z</dcterms:modified>
</cp:coreProperties>
</file>