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1" r:id="rId5"/>
    <p:sldId id="264" r:id="rId6"/>
    <p:sldId id="268" r:id="rId7"/>
    <p:sldId id="262" r:id="rId8"/>
    <p:sldId id="269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>
        <p:scale>
          <a:sx n="104" d="100"/>
          <a:sy n="104" d="100"/>
        </p:scale>
        <p:origin x="1440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5BDD9C-CBD0-614D-9AC1-A2F1B7F3D9A2}" type="datetimeFigureOut">
              <a:rPr kumimoji="1" lang="ko-KR" altLang="en-US" smtClean="0"/>
              <a:t>2025. 12. 3.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9E50C5-6ECE-5242-B5F7-3706D47A15D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22504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E50C5-6ECE-5242-B5F7-3706D47A15D3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24163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8382E-80DD-0132-4052-1CF0C21ED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076D55-C603-48B6-5239-CE4A1112D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A0FDFF-C1F4-4713-57C8-DE75350BB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549CFD-226D-1AAD-3A6A-2F6AFE606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E50C5-6ECE-5242-B5F7-3706D47A15D3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94135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E50C5-6ECE-5242-B5F7-3706D47A15D3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45151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0A5D7-2139-F172-59D2-1C63EAEAA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75AC78-FE7D-72E7-6AD2-3AB5BD8E7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CAA9B2-DD27-63CC-B4B5-7D2114818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1DE8C9-1E1E-0147-55DF-BB005CC0E5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E50C5-6ECE-5242-B5F7-3706D47A15D3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20050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CDDBB-75B0-6687-D667-F3FFDFC3B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E16DEB-E9B8-A748-6194-D43E2C3EEB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2FB753-806B-B9FC-1CE2-7F77FFB5B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DBCF91-C464-6BFE-03CF-6DB1989F74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E50C5-6ECE-5242-B5F7-3706D47A15D3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7419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FBA860-56E3-21C6-F6DC-13EEBF7D2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D0742D2-25CB-921B-03FC-E7D6C48773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2B9CA3-B13A-9FA6-11D9-43E5A9EE1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8DE2-4A32-404A-8DB5-9D929A9C5196}" type="datetimeFigureOut">
              <a:rPr kumimoji="1" lang="ko-KR" altLang="en-US" smtClean="0"/>
              <a:t>2025. 12. 3.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E75DFB-5B0C-794A-E676-26AFE5FF7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142AF4-E3A3-0D0C-C05D-707F30AD5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5F0B-1504-6C47-8F81-06D9CB95421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95855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314D8A-3035-975A-BE8B-A3D7E54CE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E08EC9-4E0B-300E-3B63-11E5AB60E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51FEEB-4635-454E-4053-8EA4C159F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8DE2-4A32-404A-8DB5-9D929A9C5196}" type="datetimeFigureOut">
              <a:rPr kumimoji="1" lang="ko-KR" altLang="en-US" smtClean="0"/>
              <a:t>2025. 12. 3.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EA90C1-A339-C14D-AA02-232AAF838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7D1944-0777-D9B6-9EC8-7913E6A2D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5F0B-1504-6C47-8F81-06D9CB95421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58207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64A4E5-7735-D6C0-CD95-88FB943CD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E9D5AF-EEBD-553C-B635-649B0F1A6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1B71C3-2A73-CE04-2F51-0124D183A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8DE2-4A32-404A-8DB5-9D929A9C5196}" type="datetimeFigureOut">
              <a:rPr kumimoji="1" lang="ko-KR" altLang="en-US" smtClean="0"/>
              <a:t>2025. 12. 3.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AF5A7D-6E45-FA64-7F57-DD0EEE7A8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221F57-11D1-9ED8-BC1A-38C6130D5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5F0B-1504-6C47-8F81-06D9CB95421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76270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27A0DC-26F6-19B3-7537-B240FD113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BEAFC9-7EF0-ACF6-E31B-E065B0FB79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A86C2A-10DB-E2CD-B3B0-F48D9CBBA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C3CF21-7B59-150A-7016-6D985401F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8DE2-4A32-404A-8DB5-9D929A9C5196}" type="datetimeFigureOut">
              <a:rPr kumimoji="1" lang="ko-KR" altLang="en-US" smtClean="0"/>
              <a:t>2025. 12. 3.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E02E86-A142-C3FA-FA43-F525CABFE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D983D9-023E-55CA-ED62-74D726F3B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5F0B-1504-6C47-8F81-06D9CB95421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77495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4D5D9-040A-84A8-9229-346C08E1C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77ED7C-9F44-FCEE-A35F-B658F5254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7A91BB-EA0F-38A9-E213-921B61B39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0C75E9-B2DD-A79B-185A-430BD3237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69FAE9C-D9BC-1D84-1239-727D9D18B1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C112616-5BBC-96E5-2685-6C559D387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8DE2-4A32-404A-8DB5-9D929A9C5196}" type="datetimeFigureOut">
              <a:rPr kumimoji="1" lang="ko-KR" altLang="en-US" smtClean="0"/>
              <a:t>2025. 12. 3.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BEF3AA1-018E-AC20-8D59-927016BD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1DB59CE-9AF5-405E-60C3-94438BA90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5F0B-1504-6C47-8F81-06D9CB95421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37995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105FDF-BC0D-FC37-271D-3CBFDEA1E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C06F16-E6EF-B261-C41A-FFF7B0896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8DE2-4A32-404A-8DB5-9D929A9C5196}" type="datetimeFigureOut">
              <a:rPr kumimoji="1" lang="ko-KR" altLang="en-US" smtClean="0"/>
              <a:t>2025. 12. 3.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8C4C852-2915-0263-CEBF-1B2731A62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3B1656-9506-238B-4B5F-CB3C94680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5F0B-1504-6C47-8F81-06D9CB95421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82157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56FC6F2-9136-EAF3-D716-5C7060904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8DE2-4A32-404A-8DB5-9D929A9C5196}" type="datetimeFigureOut">
              <a:rPr kumimoji="1" lang="ko-KR" altLang="en-US" smtClean="0"/>
              <a:t>2025. 12. 3.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46856E-6139-FE8F-3B0E-301CD90B3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71EEAC-1D1F-86D9-8468-2D7F70C56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5F0B-1504-6C47-8F81-06D9CB95421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09011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F951A1-8E26-B81E-11D2-8DCEE11A2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390466-4914-68EE-9072-F6D1C5719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1F6604-F8EC-245F-4F1C-6DA5886A8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71D27C-0DE4-89EF-7C45-AAB954C6E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8DE2-4A32-404A-8DB5-9D929A9C5196}" type="datetimeFigureOut">
              <a:rPr kumimoji="1" lang="ko-KR" altLang="en-US" smtClean="0"/>
              <a:t>2025. 12. 3.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F58207-4597-875D-3E97-D6A84F9D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D8A73A-33BC-6DF2-0B38-C68BD8B09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5F0B-1504-6C47-8F81-06D9CB95421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93937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8EE2EA-0FC0-D0D0-23C4-5FF34B833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DEA3F8A-6B6E-0678-8AA4-21F6C6A683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94A0F6-240E-164B-5E58-BE6045AF3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D9D29F-1997-0C50-E4FF-0831E9A9C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8DE2-4A32-404A-8DB5-9D929A9C5196}" type="datetimeFigureOut">
              <a:rPr kumimoji="1" lang="ko-KR" altLang="en-US" smtClean="0"/>
              <a:t>2025. 12. 3.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B7D35E-E02E-4DEA-0F14-2A5230F04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53DA0F-8784-E1B5-62D9-374FBD696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5F0B-1504-6C47-8F81-06D9CB95421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61353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5E0CB5-8475-03E9-7B2D-3E02D1D4C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A19AE2E-9263-8D1D-11BF-B6D314B41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2F654B-6E37-80C3-B250-75EC06558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8DE2-4A32-404A-8DB5-9D929A9C5196}" type="datetimeFigureOut">
              <a:rPr kumimoji="1" lang="ko-KR" altLang="en-US" smtClean="0"/>
              <a:t>2025. 12. 3.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490059-41D8-7359-E012-F001ACF15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F23234-AE45-BAD3-5EB9-882BC1C21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5F0B-1504-6C47-8F81-06D9CB95421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09820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23039E8-FFBC-C3DE-94AA-D321EDDBDF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510843-A4B3-3789-60D1-EF13FF80F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7A58A8-706D-1369-41C3-8F1366BAF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8DE2-4A32-404A-8DB5-9D929A9C5196}" type="datetimeFigureOut">
              <a:rPr kumimoji="1" lang="ko-KR" altLang="en-US" smtClean="0"/>
              <a:t>2025. 12. 3.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3C1ACF-A85C-1CDE-E7CE-65028B50B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FD599D-E64D-2966-F57F-DBBC48F0B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5F0B-1504-6C47-8F81-06D9CB95421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32110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0AE715-467F-74DB-B98C-6B29C57D7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7FAC5E-B0EF-0C1A-EE49-98AEA74B8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D8D455-86A7-302E-9039-C7FFCF735D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BB8DE2-4A32-404A-8DB5-9D929A9C5196}" type="datetimeFigureOut">
              <a:rPr kumimoji="1" lang="ko-KR" altLang="en-US" smtClean="0"/>
              <a:t>2025. 12. 3.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EAC96A-2178-6FFB-B9F0-C78EC0B2C1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29A7F3-BB17-C133-B8BA-CC2115D279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465F0B-1504-6C47-8F81-06D9CB95421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88152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F43319-B7A8-EE6E-5FB3-0078A00371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ko-KR" dirty="0"/>
              <a:t>Bug Exposure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BBAFE2D-DD5C-AC82-F3ED-38E9E237E5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ko-KR"/>
              <a:t>Sechang Jang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9663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E1098C-BABD-2AC3-9179-D3026E45B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 dirty="0"/>
              <a:t>Team 1 – Bug Exposure Scenario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840CD7-97B6-6EF0-34F9-99AFED02B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ko-KR" dirty="0"/>
              <a:t>1. Enter Surveillance Function</a:t>
            </a:r>
          </a:p>
          <a:p>
            <a:pPr marL="0" indent="0">
              <a:buNone/>
            </a:pPr>
            <a:r>
              <a:rPr kumimoji="1" lang="en-US" altLang="ko-KR" dirty="0"/>
              <a:t>2. Disable Camera 2</a:t>
            </a:r>
          </a:p>
          <a:p>
            <a:pPr marL="0" indent="0">
              <a:buNone/>
            </a:pPr>
            <a:r>
              <a:rPr kumimoji="1" lang="en-US" altLang="ko-KR" dirty="0"/>
              <a:t>3. Get single view of camera 3</a:t>
            </a:r>
          </a:p>
          <a:p>
            <a:pPr marL="0" indent="0">
              <a:buNone/>
            </a:pPr>
            <a:r>
              <a:rPr kumimoji="1" lang="en-US" altLang="ko-KR" dirty="0"/>
              <a:t>4. Re-entered the disabled camera, camera 2</a:t>
            </a:r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sz="4400" b="1" dirty="0"/>
              <a:t>-&gt; It shows the view camera 3</a:t>
            </a:r>
            <a:endParaRPr kumimoji="1" lang="ko-KR" alt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946332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5F1E4C-F8F4-5B6C-CD59-05670BC0A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altLang="ko-KR" sz="4000" dirty="0"/>
              <a:t>Findings on Surveillance Test Cases</a:t>
            </a:r>
            <a:endParaRPr kumimoji="1" lang="ko-KR" altLang="en-US" sz="4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3091B2-2B5F-EC8D-6FE6-923744DF528C}"/>
              </a:ext>
            </a:extLst>
          </p:cNvPr>
          <p:cNvSpPr txBox="1"/>
          <p:nvPr/>
        </p:nvSpPr>
        <p:spPr>
          <a:xfrm>
            <a:off x="372977" y="2510832"/>
            <a:ext cx="11253538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ko-KR" sz="2400" b="1" dirty="0"/>
              <a:t>Only six system tests</a:t>
            </a:r>
            <a:r>
              <a:rPr lang="en" altLang="ko-KR" sz="2400" dirty="0"/>
              <a:t> are provided for the Surveillance function.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" altLang="ko-KR" sz="2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ko-KR" sz="2400" b="1" dirty="0"/>
              <a:t>Only two tests</a:t>
            </a:r>
            <a:r>
              <a:rPr lang="en" altLang="ko-KR" sz="2400" dirty="0"/>
              <a:t> specifically cover the camera enable/disable feature, and both scenarios are very simple—limited to just enabling and disabling the camera without variations or edge cases.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sz="2400" dirty="0"/>
              <a:t>ST-024. </a:t>
            </a:r>
            <a:r>
              <a:rPr lang="en" altLang="ko-KR" sz="2400" i="1" dirty="0"/>
              <a:t>Enable Camera</a:t>
            </a:r>
            <a:endParaRPr lang="en" altLang="ko-KR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sz="2400" dirty="0"/>
              <a:t>ST-025. </a:t>
            </a:r>
            <a:r>
              <a:rPr lang="en" altLang="ko-KR" sz="2400" i="1" dirty="0"/>
              <a:t>Disable Camera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" altLang="ko-K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ko-KR" sz="2000" dirty="0"/>
          </a:p>
          <a:p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1406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0E18C-BA7B-6A37-3271-31C3A0567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FEE5BC-6507-9AD6-5402-FEE7601A8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altLang="ko-KR" sz="4000" dirty="0"/>
              <a:t>Findings on Surveillance System Test Cases</a:t>
            </a:r>
            <a:endParaRPr kumimoji="1" lang="ko-KR" altLang="en-US" sz="4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D0CEAC-891D-1F4E-E606-24E130675117}"/>
              </a:ext>
            </a:extLst>
          </p:cNvPr>
          <p:cNvSpPr txBox="1"/>
          <p:nvPr/>
        </p:nvSpPr>
        <p:spPr>
          <a:xfrm>
            <a:off x="372977" y="1690688"/>
            <a:ext cx="1125353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ko-KR" sz="2400" dirty="0"/>
              <a:t>There are </a:t>
            </a:r>
            <a:r>
              <a:rPr lang="en" altLang="ko-KR" sz="2400" b="1" dirty="0"/>
              <a:t>inconsistencies between the described test steps and the actual system behavior.</a:t>
            </a:r>
            <a:r>
              <a:rPr lang="ko-KR" altLang="en-US" sz="2400" b="1" dirty="0"/>
              <a:t> </a:t>
            </a:r>
            <a:br>
              <a:rPr lang="en-US" altLang="ko-KR" sz="2400" b="1" dirty="0"/>
            </a:br>
            <a:r>
              <a:rPr lang="en" altLang="ko-KR" sz="2400" dirty="0"/>
              <a:t>Examples include (From ST-025. </a:t>
            </a:r>
            <a:r>
              <a:rPr lang="en" altLang="ko-KR" sz="2400" i="1" dirty="0"/>
              <a:t>Disable Camera)</a:t>
            </a:r>
            <a:r>
              <a:rPr lang="en" altLang="ko-KR" sz="2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sz="2400" i="1" dirty="0"/>
              <a:t>“The system prompts for confirmation with reason (optional).”</a:t>
            </a:r>
            <a:br>
              <a:rPr lang="en" altLang="ko-KR" sz="2400" dirty="0"/>
            </a:br>
            <a:r>
              <a:rPr lang="en" altLang="ko-KR" sz="2400" dirty="0"/>
              <a:t>→ It is unclear what “optional” refers to in this context, and system does not askes for the confirmation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sz="2400" i="1" dirty="0"/>
              <a:t>“System shows enabled cameras: Camera #1, #2, #3, #4 all ENABLED.”</a:t>
            </a:r>
            <a:br>
              <a:rPr lang="en" altLang="ko-KR" sz="2400" dirty="0"/>
            </a:br>
            <a:r>
              <a:rPr lang="en" altLang="ko-KR" sz="2400" dirty="0"/>
              <a:t>→ The system actually has only </a:t>
            </a:r>
            <a:r>
              <a:rPr lang="en" altLang="ko-KR" sz="2400" b="1" dirty="0"/>
              <a:t>three cameras</a:t>
            </a:r>
            <a:r>
              <a:rPr lang="en" altLang="ko-KR" sz="2400" dirty="0"/>
              <a:t>, so this description is incorrect.</a:t>
            </a:r>
          </a:p>
          <a:p>
            <a:endParaRPr kumimoji="1"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43990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7C1688-A3B8-41B7-DEFC-D83D9AA03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 dirty="0"/>
              <a:t>Team </a:t>
            </a:r>
            <a:r>
              <a:rPr lang="en-US" altLang="ko-KR" dirty="0"/>
              <a:t>4</a:t>
            </a:r>
            <a:r>
              <a:rPr lang="en" altLang="ko-KR" dirty="0"/>
              <a:t> – Bug Exposure Scenario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6B64D6-5794-9021-02C7-AB24A78EF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ko-KR" dirty="0"/>
              <a:t>1. Enter Surveillance Function</a:t>
            </a:r>
          </a:p>
          <a:p>
            <a:pPr marL="0" indent="0">
              <a:buNone/>
            </a:pPr>
            <a:r>
              <a:rPr kumimoji="1" lang="en-US" altLang="ko-KR" dirty="0"/>
              <a:t>2. Get Single view of camera 1</a:t>
            </a:r>
          </a:p>
          <a:p>
            <a:pPr marL="0" indent="0">
              <a:buNone/>
            </a:pPr>
            <a:r>
              <a:rPr kumimoji="1" lang="en-US" altLang="ko-KR" dirty="0"/>
              <a:t>3. Switch to Camera 2</a:t>
            </a:r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b="1" dirty="0"/>
              <a:t>-&gt; Zoom of Camera 1 is applied to Camera 2</a:t>
            </a:r>
            <a:endParaRPr kumimoji="1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607519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D9CF8-E3A6-2FD3-9115-709F14280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578449-C459-112E-3A10-48BBC8C2A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altLang="ko-KR" sz="4000" dirty="0"/>
              <a:t>Findings on Surveillance Test Cases</a:t>
            </a:r>
            <a:endParaRPr kumimoji="1" lang="ko-KR" altLang="en-US" sz="4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F7F47D-C1A2-4612-0AD0-14CBD976B2F4}"/>
              </a:ext>
            </a:extLst>
          </p:cNvPr>
          <p:cNvSpPr txBox="1"/>
          <p:nvPr/>
        </p:nvSpPr>
        <p:spPr>
          <a:xfrm>
            <a:off x="372977" y="2510832"/>
            <a:ext cx="1125353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ko-KR" sz="2400" b="1" dirty="0"/>
              <a:t>Eight system tests</a:t>
            </a:r>
            <a:r>
              <a:rPr lang="en" altLang="ko-KR" sz="2400" dirty="0"/>
              <a:t> are provided for the Surveillance function.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" altLang="ko-KR" sz="2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ko-KR" sz="2400" b="1" dirty="0"/>
              <a:t>Only one tests</a:t>
            </a:r>
            <a:r>
              <a:rPr lang="en" altLang="ko-KR" sz="2400" dirty="0"/>
              <a:t> specifically cover the camera view, and </a:t>
            </a:r>
            <a:r>
              <a:rPr lang="en" altLang="ko-KR" sz="2400" b="1" dirty="0"/>
              <a:t>Only one tests</a:t>
            </a:r>
            <a:r>
              <a:rPr lang="en" altLang="ko-KR" sz="2400" dirty="0"/>
              <a:t> specifically cover the pan/zoom of specific camera, limited to just testing single camera without variations or edge cases.</a:t>
            </a:r>
            <a:br>
              <a:rPr lang="en" altLang="ko-KR" sz="2400" dirty="0"/>
            </a:br>
            <a:endParaRPr lang="en" altLang="ko-KR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2400" dirty="0"/>
              <a:t>ST-</a:t>
            </a:r>
            <a:r>
              <a:rPr lang="ko-KR" altLang="ko-KR" sz="2400" dirty="0" err="1"/>
              <a:t>Surv</a:t>
            </a:r>
            <a:r>
              <a:rPr lang="ko-KR" altLang="ko-KR" sz="2400" dirty="0"/>
              <a:t>-</a:t>
            </a:r>
            <a:r>
              <a:rPr lang="ko-KR" altLang="ko-KR" sz="2400" dirty="0" err="1"/>
              <a:t>SingleView-Su</a:t>
            </a:r>
            <a:endParaRPr lang="en-US" altLang="ko-KR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2400" dirty="0"/>
              <a:t>ST-</a:t>
            </a:r>
            <a:r>
              <a:rPr lang="ko-KR" altLang="ko-KR" sz="2400" dirty="0" err="1"/>
              <a:t>Surv</a:t>
            </a:r>
            <a:r>
              <a:rPr lang="ko-KR" altLang="ko-KR" sz="2400" dirty="0"/>
              <a:t>-</a:t>
            </a:r>
            <a:r>
              <a:rPr lang="ko-KR" altLang="ko-KR" sz="2400" dirty="0" err="1"/>
              <a:t>PanZoom-Su</a:t>
            </a:r>
            <a:r>
              <a:rPr lang="ko-KR" altLang="ko-KR" sz="3200" dirty="0">
                <a:effectLst/>
              </a:rPr>
              <a:t> </a:t>
            </a:r>
            <a:endParaRPr lang="en" altLang="ko-KR" sz="3200" i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" altLang="ko-K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ko-KR" sz="2000" dirty="0"/>
          </a:p>
          <a:p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4756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87DA32-E098-F08E-892C-2200A5691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 dirty="0"/>
              <a:t>Team </a:t>
            </a:r>
            <a:r>
              <a:rPr lang="en-US" altLang="ko-KR" dirty="0"/>
              <a:t>7</a:t>
            </a:r>
            <a:r>
              <a:rPr lang="en" altLang="ko-KR" dirty="0"/>
              <a:t> – Bug Exposure Scenario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0CB19E-6E81-FDCD-886A-C721DFAA8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61032" cy="4351338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ko-KR" dirty="0"/>
              <a:t>1.</a:t>
            </a:r>
            <a:r>
              <a:rPr kumimoji="1" lang="ko-KR" altLang="en-US" dirty="0"/>
              <a:t> </a:t>
            </a:r>
            <a:r>
              <a:rPr kumimoji="1" lang="en-US" altLang="ko-KR" dirty="0"/>
              <a:t>Enter Security Menu</a:t>
            </a:r>
          </a:p>
          <a:p>
            <a:pPr marL="0" indent="0">
              <a:buNone/>
            </a:pPr>
            <a:r>
              <a:rPr kumimoji="1" lang="en-US" altLang="ko-KR" dirty="0"/>
              <a:t>2. </a:t>
            </a:r>
            <a:r>
              <a:rPr lang="en" altLang="ko-KR" dirty="0"/>
              <a:t>Navigate to the Safety (Security) Zone section.</a:t>
            </a:r>
          </a:p>
          <a:p>
            <a:pPr marL="0" indent="0">
              <a:buNone/>
            </a:pPr>
            <a:r>
              <a:rPr kumimoji="1" lang="en-US" altLang="ko-KR" dirty="0"/>
              <a:t>3. </a:t>
            </a:r>
            <a:r>
              <a:rPr lang="en" altLang="ko-KR" dirty="0"/>
              <a:t>Select Add Safety Zone.</a:t>
            </a:r>
          </a:p>
          <a:p>
            <a:pPr marL="0" indent="0">
              <a:buNone/>
            </a:pPr>
            <a:r>
              <a:rPr kumimoji="1" lang="en-US" altLang="ko-KR" dirty="0"/>
              <a:t>4. </a:t>
            </a:r>
            <a:r>
              <a:rPr lang="en" altLang="ko-KR" dirty="0"/>
              <a:t>Create a Safety (Security) Zone by selecting Door Sensor S1 and Window Sensor 5.</a:t>
            </a:r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-&gt;</a:t>
            </a:r>
            <a:r>
              <a:rPr kumimoji="1" lang="ko-KR" altLang="en-US" dirty="0"/>
              <a:t> </a:t>
            </a:r>
            <a:r>
              <a:rPr lang="en" altLang="ko-KR" dirty="0"/>
              <a:t>The Safety (Security) Zone </a:t>
            </a:r>
            <a:r>
              <a:rPr lang="en" altLang="ko-KR" b="1" dirty="0"/>
              <a:t>does not include Window Sensor 4</a:t>
            </a:r>
            <a:r>
              <a:rPr lang="en" altLang="ko-KR" dirty="0"/>
              <a:t>, even though it is located within the same zone.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08271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68A96-C06E-618C-94F1-921624E81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38CD60-AB06-DA22-AF42-6E06738FE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88315" cy="1325563"/>
          </a:xfrm>
        </p:spPr>
        <p:txBody>
          <a:bodyPr>
            <a:normAutofit/>
          </a:bodyPr>
          <a:lstStyle/>
          <a:p>
            <a:r>
              <a:rPr lang="en" altLang="ko-KR" sz="4000" dirty="0"/>
              <a:t>Findings on Safety (Security) Zone Test Cases</a:t>
            </a:r>
            <a:endParaRPr kumimoji="1" lang="ko-KR" altLang="en-US" sz="4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31A829-A05D-512A-C7FE-5D246B0B9092}"/>
              </a:ext>
            </a:extLst>
          </p:cNvPr>
          <p:cNvSpPr txBox="1"/>
          <p:nvPr/>
        </p:nvSpPr>
        <p:spPr>
          <a:xfrm>
            <a:off x="372975" y="2607084"/>
            <a:ext cx="6388771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ko-KR" sz="2400" b="1" dirty="0"/>
              <a:t>Only 4 system tests</a:t>
            </a:r>
            <a:r>
              <a:rPr lang="en" altLang="ko-KR" sz="2400" dirty="0"/>
              <a:t> are provided for the Safety (Security) Zone function.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" altLang="ko-KR" sz="2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ko-KR" sz="2400" b="1" dirty="0"/>
              <a:t>Only one tests</a:t>
            </a:r>
            <a:r>
              <a:rPr lang="en" altLang="ko-KR" sz="2400" dirty="0"/>
              <a:t> specifically cover the Safety (Security) Zone creation, with too simple test case 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ko-KR" sz="2000" dirty="0"/>
          </a:p>
          <a:p>
            <a:endParaRPr kumimoji="1" lang="ko-KR" altLang="en-US" sz="2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B38DEE0-9185-11D4-E70B-B5669B600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0416" y="1587501"/>
            <a:ext cx="3834732" cy="434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442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411</Words>
  <Application>Microsoft Macintosh PowerPoint</Application>
  <PresentationFormat>와이드스크린</PresentationFormat>
  <Paragraphs>50</Paragraphs>
  <Slides>8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Bug Exposure</vt:lpstr>
      <vt:lpstr>Team 1 – Bug Exposure Scenario</vt:lpstr>
      <vt:lpstr>Findings on Surveillance Test Cases</vt:lpstr>
      <vt:lpstr>Findings on Surveillance System Test Cases</vt:lpstr>
      <vt:lpstr>Team 4 – Bug Exposure Scenario</vt:lpstr>
      <vt:lpstr>Findings on Surveillance Test Cases</vt:lpstr>
      <vt:lpstr>Team 7 – Bug Exposure Scenario</vt:lpstr>
      <vt:lpstr>Findings on Safety (Security) Zone Test Cases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세창 장</dc:creator>
  <cp:lastModifiedBy>세창 장</cp:lastModifiedBy>
  <cp:revision>18</cp:revision>
  <dcterms:created xsi:type="dcterms:W3CDTF">2025-12-03T00:37:57Z</dcterms:created>
  <dcterms:modified xsi:type="dcterms:W3CDTF">2025-12-03T05:27:14Z</dcterms:modified>
</cp:coreProperties>
</file>