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20" y="3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3E299A-384C-4562-A0B4-5454C5D74425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0DCC8-42FE-4681-A78F-BA3E083759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531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22DC48-5D97-1CA4-60C8-96A1E1447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EF9ABE-A712-69FC-E48F-D7D7647AED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1C37C3-E3D0-E474-7E4C-FD6A46FEB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9CF2F-EC80-4791-9049-2166CDF8360B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BD9B9B-AEC6-5E9A-21E7-0E8238F59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3DD2E7-D7C2-1BAE-7124-7D82FB0AC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511D0-6B81-4BF0-A7E7-A5E112B6A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314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D631E8-BE7C-5BF7-0D6F-80C9CD107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22BC6C-CF9A-C0C0-07FC-218734A47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8C9A9C-7340-6DE5-FCFE-7DC3224B4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62946-3224-4DC0-AFB0-BCB97F4A0EFC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86BF87-F982-8A4F-ABB8-27DF06BE5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991FB6-0CDD-C6EE-913B-B7FABE73F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511D0-6B81-4BF0-A7E7-A5E112B6A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207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0C701A-B87A-7884-CB5C-10DA7F633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B8898-ABC2-9EB0-80C5-A43C1A8FA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13E3F9-FBA1-A8F9-EAB3-7A0FF445F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48187-7998-4D4C-814A-BEAACE756227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040549-DC55-FB51-114F-61B5D1DB0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5D1912-CDB2-F8AA-CF5F-1677FDEF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511D0-6B81-4BF0-A7E7-A5E112B6A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87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12B93-3C27-46DA-411D-CBAB34D5E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E40E14-EF28-4E30-FAD1-6B9B2CA02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B7926C-D1BB-CA05-6544-59702AA3C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BD7176-A3F5-954C-9E5B-537519BC0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6F482-D774-4EC4-B946-2A00293414D9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1F3AB4-B37C-4CE6-C36C-E3AD31404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5A1C00-975A-1241-8D6C-A3019BFE6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511D0-6B81-4BF0-A7E7-A5E112B6A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060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A3ED82-BAC7-DF0D-57A7-8A08C9D2F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DA95BA-2A0C-EFA3-5680-E453A5D77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BC889E-CC0C-424D-089A-5C86D255E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C32EB5-B1D4-2CFA-2AF6-9D83CB5CB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2A887E5-D1F2-CF34-517F-902DF310B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10A1D3-BF6B-6F85-BB24-66D444798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ECFD3-5F34-4866-BFF8-13BFB20236EA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634751-E602-1E18-3023-7371D532F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EE2D517-C7A3-3C83-3397-FCE9A25F2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511D0-6B81-4BF0-A7E7-A5E112B6A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542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8A4636-F7AA-7E94-3AD5-CAD36F3B3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9D1438E-F160-4D23-8201-7AF5270F0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7A506-DF70-4F3B-99A4-43DB493898B3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49AE1C2-2C15-8CD9-C13A-AD3F5B332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F220D2-DFC5-DBAC-5D61-1C8310103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511D0-6B81-4BF0-A7E7-A5E112B6A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940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B065FCB-7322-5857-024D-1CF3BC390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BB9E2-6223-4CCD-89C5-F7724FD5A7A9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462D25A-6E9D-7267-4F6E-979FCDCDA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83541D-7A87-CDE2-4F4D-0A6D0F1F2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511D0-6B81-4BF0-A7E7-A5E112B6A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01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864F41-6455-ADEA-F57A-95FDD5355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3DFB60-C9E8-4AF9-2C2E-B80A7EABB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1D1473-4FF8-5843-2AA9-6D986418D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1E1595-EE6E-8591-3D99-B62B2458D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F57A-7C96-4ABF-BA22-7B4A9E720157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9E4A56-6837-65D3-9136-B2CF635F0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3A638E-8041-DCF1-6F23-AC49E68B2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511D0-6B81-4BF0-A7E7-A5E112B6A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127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55A6E-AB9E-0897-B81B-B417CDBE1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7EBFFE6-BCA4-104D-AA9D-C2A8DE259F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9328E2-35FA-D342-3128-374C4B666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7E91B0-A826-6433-5030-B3832D7EF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C48E-568A-4750-80A3-FA5120CF84EE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EC34C7-7BB7-E874-BC06-60F3F82E1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6248A8-1FFE-519A-A081-E9841CAB1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511D0-6B81-4BF0-A7E7-A5E112B6A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806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D1DE94-D8D0-42D7-795F-259E58CAE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4E52FA-6038-6500-6AE4-76AB0C601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2FCDA1-D409-D5B5-A8C9-E62FA2F74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CE942-BD85-46D6-95EA-A8C53CB5F70A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6A0B50-6528-8815-17AA-67B64F6F9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D7EB0C-D200-D495-6DA5-820A9C81B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511D0-6B81-4BF0-A7E7-A5E112B6A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721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1B59596-9B37-AA2A-6992-E1D298FC6A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C0122A-7513-EEA8-5FB5-91D7C7125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3B51DD-1145-F34E-F86F-068F12323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1A86-D57C-4563-8456-6FA96F9F4266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D60AF1-AF9C-B306-F52E-A95B9577A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D9AFA8-E700-2562-F581-2FCC60FD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511D0-6B81-4BF0-A7E7-A5E112B6A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31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680556A-C8A4-3047-08B9-EC446B11B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AC3807-313B-1625-4449-1D1FD7672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37A468-0A6F-7411-F7EE-98CAC4A18D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5C6A03-3DF1-4ADA-8862-EC302A080836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BE97EE-E173-1BF8-1332-A0B154877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3CBC10-262D-02EE-67E7-F2EA3EDC16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3511D0-6B81-4BF0-A7E7-A5E112B6A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35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E068AC-CB94-A8CF-ABAA-A63A781BF1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Comments on HW2. SDS on </a:t>
            </a:r>
            <a:r>
              <a:rPr lang="en-US" altLang="ko-KR" dirty="0" err="1"/>
              <a:t>Safehome</a:t>
            </a:r>
            <a:r>
              <a:rPr lang="en-US" altLang="ko-KR" dirty="0"/>
              <a:t> project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DE6B6F1-164E-C29F-5110-352B2E46EE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Moonzoo Kim</a:t>
            </a:r>
          </a:p>
          <a:p>
            <a:r>
              <a:rPr lang="en-US" altLang="ko-KR"/>
              <a:t>SoC KAIST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D4CEED-040F-B467-3C26-C471BCF89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511D0-6B81-4BF0-A7E7-A5E112B6A68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3725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48899-587A-FABA-4346-694D187D4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General Comments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F7E03D-525A-9724-C079-EF665777E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altLang="ko-KR" dirty="0"/>
              <a:t>Team 2 and Team 4’s SDS look relatively good. </a:t>
            </a:r>
          </a:p>
          <a:p>
            <a:pPr lvl="1">
              <a:lnSpc>
                <a:spcPct val="110000"/>
              </a:lnSpc>
            </a:pPr>
            <a:r>
              <a:rPr lang="en-US" altLang="ko-KR" dirty="0"/>
              <a:t>But, the design contents of them are still insufficient (i.e., not ready to </a:t>
            </a:r>
            <a:r>
              <a:rPr lang="en-US" altLang="ko-KR" dirty="0">
                <a:solidFill>
                  <a:srgbClr val="00B050"/>
                </a:solidFill>
              </a:rPr>
              <a:t>smoothly </a:t>
            </a:r>
            <a:r>
              <a:rPr lang="en-US" altLang="ko-KR" dirty="0"/>
              <a:t>develop </a:t>
            </a:r>
            <a:r>
              <a:rPr lang="en-US" altLang="ko-KR" dirty="0" err="1"/>
              <a:t>Safehome</a:t>
            </a:r>
            <a:r>
              <a:rPr lang="en-US" altLang="ko-KR" dirty="0"/>
              <a:t> in a programming language)</a:t>
            </a:r>
          </a:p>
          <a:p>
            <a:pPr>
              <a:lnSpc>
                <a:spcPct val="110000"/>
              </a:lnSpc>
            </a:pPr>
            <a:r>
              <a:rPr lang="en-US" altLang="ko-KR" dirty="0"/>
              <a:t>Most teams’ SDS lack detailed designs, which leads to giant logical jump in implementation.</a:t>
            </a:r>
          </a:p>
          <a:p>
            <a:pPr lvl="1">
              <a:lnSpc>
                <a:spcPct val="110000"/>
              </a:lnSpc>
            </a:pPr>
            <a:r>
              <a:rPr lang="en-US" altLang="ko-KR" dirty="0"/>
              <a:t>Ex. How to use </a:t>
            </a:r>
            <a:r>
              <a:rPr lang="en-US" altLang="ko-KR" dirty="0" err="1"/>
              <a:t>safehome</a:t>
            </a:r>
            <a:r>
              <a:rPr lang="en-US" altLang="ko-KR" dirty="0"/>
              <a:t> features by using control panel is not discussed sufficiently in SDS.  Thus, you are going to implement those control panel related components </a:t>
            </a:r>
            <a:r>
              <a:rPr lang="en-US" altLang="ko-KR" dirty="0">
                <a:solidFill>
                  <a:srgbClr val="FF0000"/>
                </a:solidFill>
              </a:rPr>
              <a:t>w/o careful discussion nor design.</a:t>
            </a:r>
          </a:p>
          <a:p>
            <a:pPr lvl="2">
              <a:lnSpc>
                <a:spcPct val="110000"/>
              </a:lnSpc>
            </a:pPr>
            <a:r>
              <a:rPr lang="en-US" altLang="ko-KR" dirty="0">
                <a:solidFill>
                  <a:srgbClr val="FF0000"/>
                </a:solidFill>
              </a:rPr>
              <a:t>This easily leads to implementation flaws (i.e., coding mistakes, mismatch and/or </a:t>
            </a:r>
            <a:r>
              <a:rPr lang="en-US" altLang="ko-KR" dirty="0" err="1">
                <a:solidFill>
                  <a:srgbClr val="FF0000"/>
                </a:solidFill>
              </a:rPr>
              <a:t>conclict</a:t>
            </a:r>
            <a:r>
              <a:rPr lang="en-US" altLang="ko-KR" dirty="0">
                <a:solidFill>
                  <a:srgbClr val="FF0000"/>
                </a:solidFill>
              </a:rPr>
              <a:t> w/ customer’s requirements, missing rationale or logical support for the current implementation, which will cause severe difficulty at future modification)  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n-US" altLang="ko-KR" dirty="0"/>
          </a:p>
          <a:p>
            <a:pPr lvl="2">
              <a:lnSpc>
                <a:spcPct val="110000"/>
              </a:lnSpc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925F69-474F-9E63-3D31-8F2772845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511D0-6B81-4BF0-A7E7-A5E112B6A68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735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48899-587A-FABA-4346-694D187D4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Common Weaknesses (Ex. Team 1)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F7E03D-525A-9724-C079-EF665777E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4358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Sloopy architecture refinement  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Overall architecture does not clearly match sub-architectures </a:t>
            </a:r>
          </a:p>
          <a:p>
            <a:pPr lvl="2">
              <a:lnSpc>
                <a:spcPct val="120000"/>
              </a:lnSpc>
            </a:pPr>
            <a:r>
              <a:rPr lang="en-US" altLang="ko-KR" dirty="0"/>
              <a:t>Core Security architecture has “Intelligent Security” and “Live Surveillance”. But the core security sub-architecture does not have components that are clearly mapping to the “Intelligent Security” and “Live Surveillance”</a:t>
            </a:r>
          </a:p>
          <a:p>
            <a:pPr lvl="2">
              <a:lnSpc>
                <a:spcPct val="120000"/>
              </a:lnSpc>
            </a:pPr>
            <a:r>
              <a:rPr lang="en-US" altLang="ko-KR" dirty="0"/>
              <a:t>System Admin has “System and User admin”. But the system admin sub-architecture does not have user admin component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Relation among the components is not clear  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Why not put “Live Surveillance” under “Surveillance and Monitoring”, but under “Core Security Functions”? 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Document structures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Missing </a:t>
            </a:r>
            <a:r>
              <a:rPr lang="en-US" altLang="ko-KR" dirty="0">
                <a:solidFill>
                  <a:srgbClr val="00B050"/>
                </a:solidFill>
              </a:rPr>
              <a:t>explicit</a:t>
            </a:r>
            <a:r>
              <a:rPr lang="en-US" altLang="ko-KR" dirty="0"/>
              <a:t> traceability or relation of class diagrams to other models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Critical weakness: missing detailed designs on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Control Panel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User authentication and system configuration if cloud service is not accessible</a:t>
            </a:r>
          </a:p>
          <a:p>
            <a:pPr lvl="1">
              <a:lnSpc>
                <a:spcPct val="120000"/>
              </a:lnSpc>
            </a:pPr>
            <a:endParaRPr lang="en-US" altLang="ko-KR" dirty="0"/>
          </a:p>
          <a:p>
            <a:pPr lvl="1">
              <a:lnSpc>
                <a:spcPct val="120000"/>
              </a:lnSpc>
            </a:pP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endParaRPr lang="en-US" altLang="ko-KR" dirty="0"/>
          </a:p>
          <a:p>
            <a:pPr lvl="1">
              <a:lnSpc>
                <a:spcPct val="120000"/>
              </a:lnSpc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66E265-F0DF-3213-1DB8-474BC8B8C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511D0-6B81-4BF0-A7E7-A5E112B6A68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102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7A46BC2-13ED-A6D3-75A3-EB9451ECD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279" y="3804492"/>
            <a:ext cx="4814688" cy="170843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0A48899-587A-FABA-4346-694D187D4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Common Weaknesses (Ex. Team 2)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F7E03D-525A-9724-C079-EF665777E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Team 2’s architecture shows the team’s high interest in data managed by </a:t>
            </a:r>
            <a:r>
              <a:rPr lang="en-US" altLang="ko-KR" dirty="0" err="1"/>
              <a:t>CloudServer</a:t>
            </a:r>
            <a:r>
              <a:rPr lang="en-US" altLang="ko-KR" dirty="0"/>
              <a:t>.  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However, other equally important parts are missing in the architecture  </a:t>
            </a:r>
          </a:p>
          <a:p>
            <a:pPr lvl="2">
              <a:lnSpc>
                <a:spcPct val="120000"/>
              </a:lnSpc>
            </a:pPr>
            <a:r>
              <a:rPr lang="en-US" altLang="ko-KR" dirty="0"/>
              <a:t>Ex. What about surveillance capability through camera? 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Abstraction leveling in the overall architecture looks awkward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Why do manager components </a:t>
            </a:r>
            <a:br>
              <a:rPr lang="en-US" altLang="ko-KR" dirty="0"/>
            </a:br>
            <a:r>
              <a:rPr lang="en-US" altLang="ko-KR" dirty="0"/>
              <a:t>belong to more specific components? </a:t>
            </a:r>
            <a:br>
              <a:rPr lang="en-US" altLang="ko-KR" dirty="0"/>
            </a:br>
            <a:r>
              <a:rPr lang="en-US" altLang="ko-KR" dirty="0"/>
              <a:t>Why not the other way?</a:t>
            </a:r>
          </a:p>
          <a:p>
            <a:pPr marL="457200" lvl="1" indent="0">
              <a:lnSpc>
                <a:spcPct val="120000"/>
              </a:lnSpc>
              <a:buNone/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Critical weakness: missing detailed designs on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User authentication and system configuration in case of when cloud service is not accessible due to internet failure?</a:t>
            </a:r>
          </a:p>
          <a:p>
            <a:pPr lvl="1">
              <a:lnSpc>
                <a:spcPct val="120000"/>
              </a:lnSpc>
            </a:pPr>
            <a:endParaRPr lang="en-US" altLang="ko-KR" dirty="0"/>
          </a:p>
          <a:p>
            <a:pPr lvl="1">
              <a:lnSpc>
                <a:spcPct val="120000"/>
              </a:lnSpc>
            </a:pP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endParaRPr lang="en-US" altLang="ko-KR" dirty="0"/>
          </a:p>
          <a:p>
            <a:pPr lvl="1">
              <a:lnSpc>
                <a:spcPct val="120000"/>
              </a:lnSpc>
            </a:pP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A8C85E-E93D-214E-1608-F2B42C9DF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511D0-6B81-4BF0-A7E7-A5E112B6A68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987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CD75258-DD9A-91E3-EED2-840CCD08C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821" y="3352037"/>
            <a:ext cx="8050759" cy="337983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E6A47DA-AB35-5F71-D4FA-D1772991C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Better Designs (old Team 3 in 2007)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A4C59A-6CC2-9A8F-67A4-090C1E2B2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23" y="1825625"/>
            <a:ext cx="10903169" cy="4351338"/>
          </a:xfrm>
        </p:spPr>
        <p:txBody>
          <a:bodyPr/>
          <a:lstStyle/>
          <a:p>
            <a:r>
              <a:rPr lang="en-US" altLang="ko-KR" dirty="0"/>
              <a:t>Intuitive hierarchical architecture based on SRS</a:t>
            </a:r>
          </a:p>
          <a:p>
            <a:r>
              <a:rPr lang="en-US" altLang="ko-KR" dirty="0"/>
              <a:t>3 different UI interfaces are commonly grouped/abstracted through “External communication management” </a:t>
            </a:r>
          </a:p>
          <a:p>
            <a:pPr lvl="1"/>
            <a:r>
              <a:rPr lang="en-US" altLang="ko-KR" dirty="0"/>
              <a:t>But, “log in management” would be</a:t>
            </a:r>
            <a:br>
              <a:rPr lang="en-US" altLang="ko-KR" dirty="0"/>
            </a:br>
            <a:r>
              <a:rPr lang="en-US" altLang="ko-KR" dirty="0"/>
              <a:t>better to move  to Config. &amp; data </a:t>
            </a:r>
            <a:br>
              <a:rPr lang="en-US" altLang="ko-KR" dirty="0"/>
            </a:br>
            <a:r>
              <a:rPr lang="en-US" altLang="ko-KR" dirty="0"/>
              <a:t>management for higher cohesion  </a:t>
            </a: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4ACF923-6BEB-B28B-347A-BD64CE14EEB9}"/>
              </a:ext>
            </a:extLst>
          </p:cNvPr>
          <p:cNvSpPr/>
          <p:nvPr/>
        </p:nvSpPr>
        <p:spPr>
          <a:xfrm>
            <a:off x="5407572" y="6018486"/>
            <a:ext cx="1008994" cy="7764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D47FC90-CF2D-4957-9F99-AC8EB4384BC3}"/>
              </a:ext>
            </a:extLst>
          </p:cNvPr>
          <p:cNvCxnSpPr/>
          <p:nvPr/>
        </p:nvCxnSpPr>
        <p:spPr>
          <a:xfrm flipV="1">
            <a:off x="6416566" y="5159266"/>
            <a:ext cx="2861441" cy="1241534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0A5D516-EAAE-2D3F-4AC8-AD2D9EAB2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511D0-6B81-4BF0-A7E7-A5E112B6A68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435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435</Words>
  <Application>Microsoft Office PowerPoint</Application>
  <PresentationFormat>와이드스크린</PresentationFormat>
  <Paragraphs>43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Comments on HW2. SDS on Safehome project</vt:lpstr>
      <vt:lpstr>General Comments</vt:lpstr>
      <vt:lpstr>Common Weaknesses (Ex. Team 1)</vt:lpstr>
      <vt:lpstr>Common Weaknesses (Ex. Team 2)</vt:lpstr>
      <vt:lpstr>Better Designs (old Team 3 in 2007)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moonzoo</dc:creator>
  <cp:lastModifiedBy>moonzoo</cp:lastModifiedBy>
  <cp:revision>53</cp:revision>
  <dcterms:created xsi:type="dcterms:W3CDTF">2025-11-15T17:15:51Z</dcterms:created>
  <dcterms:modified xsi:type="dcterms:W3CDTF">2025-11-17T06:08:37Z</dcterms:modified>
</cp:coreProperties>
</file>